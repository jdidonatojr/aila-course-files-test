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5.xml" ContentType="application/vnd.openxmlformats-officedocument.presentationml.tags+xml"/>
  <Override PartName="/ppt/notesSlides/notesSlide1.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2.xml" ContentType="application/vnd.openxmlformats-officedocument.presentationml.notesSlide+xml"/>
  <Override PartName="/ppt/tags/tag38.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5"/>
    <p:sldId id="2147471497" r:id="rId6"/>
    <p:sldId id="259" r:id="rId7"/>
    <p:sldId id="2147470845" r:id="rId8"/>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16438" y="6921500"/>
            <a:ext cx="2687637" cy="1512888"/>
          </a:xfrm>
          <a:prstGeom prst="rect">
            <a:avLst/>
          </a:prstGeom>
        </p:spPr>
      </p:sp>
      <p:sp>
        <p:nvSpPr>
          <p:cNvPr id="3" name="Notes Placeholder 2"/>
          <p:cNvSpPr>
            <a:spLocks noGrp="1"/>
          </p:cNvSpPr>
          <p:nvPr>
            <p:ph type="body" idx="1"/>
          </p:nvPr>
        </p:nvSpPr>
        <p:spPr>
          <a:xfrm>
            <a:off x="396415" y="1314911"/>
            <a:ext cx="6230270" cy="5259642"/>
          </a:xfrm>
          <a:prstGeom prst="rect">
            <a:avLst/>
          </a:prstGeom>
        </p:spPr>
        <p:txBody>
          <a:bodyPr/>
          <a:lstStyle/>
          <a:p>
            <a:endParaRPr lang="en-US"/>
          </a:p>
        </p:txBody>
      </p:sp>
      <p:sp>
        <p:nvSpPr>
          <p:cNvPr id="4" name="Header Placeholder 3"/>
          <p:cNvSpPr>
            <a:spLocks noGrp="1"/>
          </p:cNvSpPr>
          <p:nvPr>
            <p:ph type="hdr" sz="quarter"/>
          </p:nvPr>
        </p:nvSpPr>
        <p:spPr>
          <a:xfrm>
            <a:off x="399926" y="329698"/>
            <a:ext cx="4476874" cy="418910"/>
          </a:xfrm>
          <a:prstGeom prst="rect">
            <a:avLst/>
          </a:prstGeom>
        </p:spPr>
        <p:txBody>
          <a:bodyPr/>
          <a:lstStyle/>
          <a:p>
            <a:endParaRPr lang="en-US"/>
          </a:p>
        </p:txBody>
      </p:sp>
      <p:sp>
        <p:nvSpPr>
          <p:cNvPr id="5" name="Slide Number Placeholder 4"/>
          <p:cNvSpPr>
            <a:spLocks noGrp="1"/>
          </p:cNvSpPr>
          <p:nvPr>
            <p:ph type="sldNum" sz="quarter" idx="5"/>
          </p:nvPr>
        </p:nvSpPr>
        <p:spPr>
          <a:xfrm>
            <a:off x="5699651" y="8780243"/>
            <a:ext cx="927049" cy="251346"/>
          </a:xfrm>
          <a:prstGeom prst="rect">
            <a:avLst/>
          </a:prstGeom>
        </p:spPr>
        <p:txBody>
          <a:bodyPr/>
          <a:lstStyle/>
          <a:p>
            <a:fld id="{CA61E296-9532-40C3-9174-581AD2B7748B}" type="slidenum">
              <a:rPr lang="en-US" smtClean="0"/>
              <a:pPr/>
              <a:t>1</a:t>
            </a:fld>
            <a:endParaRPr lang="en-US"/>
          </a:p>
        </p:txBody>
      </p:sp>
    </p:spTree>
    <p:extLst>
      <p:ext uri="{BB962C8B-B14F-4D97-AF65-F5344CB8AC3E}">
        <p14:creationId xmlns:p14="http://schemas.microsoft.com/office/powerpoint/2010/main" val="1038927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16438" y="6921500"/>
            <a:ext cx="2687637" cy="1512888"/>
          </a:xfrm>
          <a:prstGeom prst="rect">
            <a:avLst/>
          </a:prstGeom>
        </p:spPr>
      </p:sp>
      <p:sp>
        <p:nvSpPr>
          <p:cNvPr id="3" name="Notes Placeholder 2"/>
          <p:cNvSpPr>
            <a:spLocks noGrp="1"/>
          </p:cNvSpPr>
          <p:nvPr>
            <p:ph type="body" idx="1"/>
          </p:nvPr>
        </p:nvSpPr>
        <p:spPr>
          <a:xfrm>
            <a:off x="396415" y="1314911"/>
            <a:ext cx="6230270" cy="5259642"/>
          </a:xfrm>
          <a:prstGeom prst="rect">
            <a:avLst/>
          </a:prstGeom>
        </p:spPr>
        <p:txBody>
          <a:bodyPr/>
          <a:lstStyle/>
          <a:p>
            <a:endParaRPr lang="en-US"/>
          </a:p>
        </p:txBody>
      </p:sp>
      <p:sp>
        <p:nvSpPr>
          <p:cNvPr id="4" name="Header Placeholder 3"/>
          <p:cNvSpPr>
            <a:spLocks noGrp="1"/>
          </p:cNvSpPr>
          <p:nvPr>
            <p:ph type="hdr" sz="quarter"/>
          </p:nvPr>
        </p:nvSpPr>
        <p:spPr>
          <a:xfrm>
            <a:off x="399926" y="329698"/>
            <a:ext cx="4476874" cy="418910"/>
          </a:xfrm>
          <a:prstGeom prst="rect">
            <a:avLst/>
          </a:prstGeom>
        </p:spPr>
        <p:txBody>
          <a:bodyPr/>
          <a:lstStyle/>
          <a:p>
            <a:endParaRPr lang="en-US"/>
          </a:p>
        </p:txBody>
      </p:sp>
      <p:sp>
        <p:nvSpPr>
          <p:cNvPr id="5" name="Slide Number Placeholder 4"/>
          <p:cNvSpPr>
            <a:spLocks noGrp="1"/>
          </p:cNvSpPr>
          <p:nvPr>
            <p:ph type="sldNum" sz="quarter" idx="5"/>
          </p:nvPr>
        </p:nvSpPr>
        <p:spPr>
          <a:xfrm>
            <a:off x="5699651" y="8780243"/>
            <a:ext cx="927049" cy="251346"/>
          </a:xfrm>
          <a:prstGeom prst="rect">
            <a:avLst/>
          </a:prstGeom>
        </p:spPr>
        <p:txBody>
          <a:bodyPr/>
          <a:lstStyle/>
          <a:p>
            <a:fld id="{CA61E296-9532-40C3-9174-581AD2B7748B}" type="slidenum">
              <a:rPr lang="en-US" smtClean="0"/>
              <a:pPr/>
              <a:t>3</a:t>
            </a:fld>
            <a:endParaRPr lang="en-US"/>
          </a:p>
        </p:txBody>
      </p:sp>
    </p:spTree>
    <p:extLst>
      <p:ext uri="{BB962C8B-B14F-4D97-AF65-F5344CB8AC3E}">
        <p14:creationId xmlns:p14="http://schemas.microsoft.com/office/powerpoint/2010/main" val="3598146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lnSpc>
                <a:spcPts val="1275"/>
              </a:lnSpc>
            </a:pPr>
            <a:r>
              <a:rPr lang="en-US" sz="1800" b="0" i="0" dirty="0">
                <a:solidFill>
                  <a:srgbClr val="000000"/>
                </a:solidFill>
                <a:effectLst/>
                <a:latin typeface="Aptos" panose="020B0004020202020204" pitchFamily="34" charset="0"/>
              </a:rPr>
              <a:t>PowerPoint presentations are widely used across IQVIA, so understanding the appropriate use of colors within PowerPoint is important.  </a:t>
            </a:r>
            <a:endParaRPr lang="en-US" b="0" i="0" dirty="0">
              <a:solidFill>
                <a:srgbClr val="000000"/>
              </a:solidFill>
              <a:effectLst/>
              <a:latin typeface="Segoe UI" panose="020B0502040204020203" pitchFamily="34" charset="0"/>
            </a:endParaRPr>
          </a:p>
          <a:p>
            <a:pPr algn="l" rtl="0" fontAlgn="base">
              <a:lnSpc>
                <a:spcPts val="1275"/>
              </a:lnSpc>
            </a:pPr>
            <a:r>
              <a:rPr lang="en-US" sz="1800" b="0" i="0" dirty="0">
                <a:solidFill>
                  <a:srgbClr val="000000"/>
                </a:solidFill>
                <a:effectLst/>
                <a:latin typeface="Aptos" panose="020B0004020202020204" pitchFamily="34" charset="0"/>
              </a:rPr>
              <a:t>There are approved Corporate PowerPoint Templates for each IQVIA brand that can be found in Brand World. The IQVIA Brand &amp; Creative Studio makes annual updates to every PowerPoint template, so you should always make sure you are using the latest PowerPoint template.  </a:t>
            </a:r>
            <a:endParaRPr lang="en-US" b="0" i="0" dirty="0">
              <a:solidFill>
                <a:srgbClr val="000000"/>
              </a:solidFill>
              <a:effectLst/>
              <a:latin typeface="Segoe UI" panose="020B0502040204020203" pitchFamily="34" charset="0"/>
            </a:endParaRPr>
          </a:p>
          <a:p>
            <a:pPr algn="l" rtl="0" fontAlgn="base">
              <a:lnSpc>
                <a:spcPts val="1275"/>
              </a:lnSpc>
            </a:pPr>
            <a:r>
              <a:rPr lang="en-US" sz="1800" b="0" i="0" dirty="0">
                <a:solidFill>
                  <a:srgbClr val="000000"/>
                </a:solidFill>
                <a:effectLst/>
                <a:latin typeface="Aptos" panose="020B0004020202020204" pitchFamily="34" charset="0"/>
              </a:rPr>
              <a:t>Only the top row of the PowerPoint drop-down color palette contains IQVIA colors. All the variations under it should NEVER be used since these are Microsoft approximations to our colors that are NOT part of our palette.   </a:t>
            </a:r>
            <a:endParaRPr lang="en-US" b="0" i="0" dirty="0">
              <a:solidFill>
                <a:srgbClr val="000000"/>
              </a:solidFill>
              <a:effectLst/>
              <a:latin typeface="Segoe UI" panose="020B0502040204020203" pitchFamily="34" charset="0"/>
            </a:endParaRPr>
          </a:p>
          <a:p>
            <a:pPr algn="l" rtl="0" fontAlgn="base">
              <a:lnSpc>
                <a:spcPts val="1275"/>
              </a:lnSpc>
            </a:pPr>
            <a:r>
              <a:rPr lang="en-US" sz="1800" b="0" i="0" dirty="0">
                <a:solidFill>
                  <a:srgbClr val="000000"/>
                </a:solidFill>
                <a:effectLst/>
                <a:latin typeface="Aptos" panose="020B0004020202020204" pitchFamily="34" charset="0"/>
              </a:rPr>
              <a:t>In the right margin of each PowerPoint slide, there are IQVIA color palette swatches with all the colors and tinted values.  </a:t>
            </a:r>
            <a:endParaRPr lang="en-US" b="0" i="0" dirty="0">
              <a:solidFill>
                <a:srgbClr val="000000"/>
              </a:solidFill>
              <a:effectLst/>
              <a:latin typeface="Segoe UI" panose="020B0502040204020203" pitchFamily="34" charset="0"/>
            </a:endParaRPr>
          </a:p>
          <a:p>
            <a:pPr algn="l" rtl="0" fontAlgn="base">
              <a:lnSpc>
                <a:spcPts val="1275"/>
              </a:lnSpc>
            </a:pPr>
            <a:r>
              <a:rPr lang="en-US" sz="1800" b="0" i="0" dirty="0">
                <a:solidFill>
                  <a:srgbClr val="000000"/>
                </a:solidFill>
                <a:effectLst/>
                <a:latin typeface="Aptos" panose="020B0004020202020204" pitchFamily="34" charset="0"/>
              </a:rPr>
              <a:t>To use, select the Eyedropper from the Theme Colors menu and click the swatch that you would like to use.  </a:t>
            </a:r>
            <a:endParaRPr lang="en-US" b="0" i="0" dirty="0">
              <a:solidFill>
                <a:srgbClr val="000000"/>
              </a:solidFill>
              <a:effectLst/>
              <a:latin typeface="Segoe UI" panose="020B0502040204020203" pitchFamily="34" charset="0"/>
            </a:endParaRPr>
          </a:p>
          <a:p>
            <a:pPr algn="l" rtl="0" fontAlgn="base">
              <a:lnSpc>
                <a:spcPts val="1275"/>
              </a:lnSpc>
            </a:pPr>
            <a:r>
              <a:rPr lang="en-US" sz="1800" b="0" i="0" dirty="0">
                <a:solidFill>
                  <a:srgbClr val="000000"/>
                </a:solidFill>
                <a:effectLst/>
                <a:latin typeface="Aptos" panose="020B0004020202020204" pitchFamily="34" charset="0"/>
              </a:rPr>
              <a:t>Use these colors in the vertical order they appear. Only use the 100% tint values  </a:t>
            </a:r>
            <a:endParaRPr lang="en-US" b="0" i="0" dirty="0">
              <a:solidFill>
                <a:srgbClr val="000000"/>
              </a:solidFill>
              <a:effectLst/>
              <a:latin typeface="Segoe UI" panose="020B0502040204020203" pitchFamily="34" charset="0"/>
            </a:endParaRPr>
          </a:p>
          <a:p>
            <a:pPr algn="l" rtl="0" fontAlgn="base">
              <a:lnSpc>
                <a:spcPts val="1275"/>
              </a:lnSpc>
            </a:pPr>
            <a:r>
              <a:rPr lang="en-US" sz="1800" b="0" i="0" dirty="0">
                <a:solidFill>
                  <a:srgbClr val="000000"/>
                </a:solidFill>
                <a:effectLst/>
                <a:latin typeface="Aptos" panose="020B0004020202020204" pitchFamily="34" charset="0"/>
              </a:rPr>
              <a:t> </a:t>
            </a:r>
            <a:endParaRPr lang="en-US" b="0" i="0" dirty="0">
              <a:solidFill>
                <a:srgbClr val="000000"/>
              </a:solidFill>
              <a:effectLst/>
              <a:latin typeface="Segoe UI" panose="020B0502040204020203" pitchFamily="34" charset="0"/>
            </a:endParaRPr>
          </a:p>
          <a:p>
            <a:pPr algn="l" rtl="0" fontAlgn="base">
              <a:lnSpc>
                <a:spcPts val="1275"/>
              </a:lnSpc>
            </a:pPr>
            <a:r>
              <a:rPr lang="en-US" sz="1800" b="0" i="0" dirty="0">
                <a:solidFill>
                  <a:srgbClr val="000000"/>
                </a:solidFill>
                <a:effectLst/>
                <a:latin typeface="Aptos" panose="020B0004020202020204" pitchFamily="34" charset="0"/>
              </a:rPr>
              <a:t>Do NOT use the Transparency function. Transparent colors do not print correctly from PPT or render correctly in PDFs. Make colors lighter by dragging the arrow next to the hue bar up instead. </a:t>
            </a:r>
            <a:endParaRPr lang="en-US" b="0" i="0" dirty="0">
              <a:solidFill>
                <a:srgbClr val="000000"/>
              </a:solidFill>
              <a:effectLst/>
              <a:latin typeface="Segoe UI" panose="020B0502040204020203" pitchFamily="34" charset="0"/>
            </a:endParaRPr>
          </a:p>
          <a:p>
            <a:pPr marL="0" indent="0">
              <a:buNone/>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757C527-D302-0D4C-8820-8247C93BFD8D}" type="slidenum">
              <a:rPr lang="en-US" smtClean="0"/>
              <a:t>4</a:t>
            </a:fld>
            <a:endParaRPr lang="en-US"/>
          </a:p>
        </p:txBody>
      </p:sp>
    </p:spTree>
    <p:extLst>
      <p:ext uri="{BB962C8B-B14F-4D97-AF65-F5344CB8AC3E}">
        <p14:creationId xmlns:p14="http://schemas.microsoft.com/office/powerpoint/2010/main" val="17431668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3.jpeg"/><Relationship Id="rId5" Type="http://schemas.openxmlformats.org/officeDocument/2006/relationships/image" Target="../media/image2.sv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jpeg"/><Relationship Id="rId5" Type="http://schemas.openxmlformats.org/officeDocument/2006/relationships/image" Target="../media/image2.sv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6.svg"/><Relationship Id="rId5" Type="http://schemas.openxmlformats.org/officeDocument/2006/relationships/image" Target="../media/image5.jpe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oleObject" Target="../embeddings/oleObject5.bin"/><Relationship Id="rId7" Type="http://schemas.openxmlformats.org/officeDocument/2006/relationships/image" Target="../media/image8.jpe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jpeg"/><Relationship Id="rId5" Type="http://schemas.openxmlformats.org/officeDocument/2006/relationships/image" Target="../media/image2.sv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2.sv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2.svg"/><Relationship Id="rId5" Type="http://schemas.openxmlformats.org/officeDocument/2006/relationships/image" Target="../media/image10.sv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oleObject" Target="../embeddings/oleObject8.bin"/><Relationship Id="rId7"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2.svg"/><Relationship Id="rId5" Type="http://schemas.openxmlformats.org/officeDocument/2006/relationships/image" Target="../media/image12.svg"/><Relationship Id="rId10" Type="http://schemas.openxmlformats.org/officeDocument/2006/relationships/image" Target="../media/image16.jpeg"/><Relationship Id="rId4" Type="http://schemas.openxmlformats.org/officeDocument/2006/relationships/image" Target="../media/image1.emf"/><Relationship Id="rId9" Type="http://schemas.openxmlformats.org/officeDocument/2006/relationships/image" Target="../media/image15.svg"/></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2.svg"/><Relationship Id="rId5" Type="http://schemas.openxmlformats.org/officeDocument/2006/relationships/image" Target="../media/image17.sv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oleObject" Target="../embeddings/oleObject10.bin"/><Relationship Id="rId7" Type="http://schemas.openxmlformats.org/officeDocument/2006/relationships/image" Target="../media/image6.sv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7.jpeg"/><Relationship Id="rId5" Type="http://schemas.openxmlformats.org/officeDocument/2006/relationships/image" Target="../media/image8.jpeg"/><Relationship Id="rId10" Type="http://schemas.openxmlformats.org/officeDocument/2006/relationships/image" Target="../media/image20.svg"/><Relationship Id="rId4" Type="http://schemas.openxmlformats.org/officeDocument/2006/relationships/image" Target="../media/image1.emf"/><Relationship Id="rId9" Type="http://schemas.openxmlformats.org/officeDocument/2006/relationships/image" Target="../media/image19.svg"/></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0.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21.svg"/><Relationship Id="rId5" Type="http://schemas.openxmlformats.org/officeDocument/2006/relationships/image" Target="../media/image22.jpe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22.jpeg"/><Relationship Id="rId5" Type="http://schemas.openxmlformats.org/officeDocument/2006/relationships/image" Target="../media/image21.sv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21.svg"/><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oleObject" Target="../embeddings/oleObject25.bin"/><Relationship Id="rId7" Type="http://schemas.openxmlformats.org/officeDocument/2006/relationships/image" Target="../media/image25.pn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6.svg"/><Relationship Id="rId5" Type="http://schemas.openxmlformats.org/officeDocument/2006/relationships/image" Target="../media/image27.jpeg"/><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7.xml"/><Relationship Id="rId6" Type="http://schemas.openxmlformats.org/officeDocument/2006/relationships/image" Target="../media/image6.svg"/><Relationship Id="rId5" Type="http://schemas.openxmlformats.org/officeDocument/2006/relationships/image" Target="../media/image28.jpeg"/><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6.svg"/><Relationship Id="rId5" Type="http://schemas.openxmlformats.org/officeDocument/2006/relationships/image" Target="../media/image29.jpe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29.bin"/><Relationship Id="rId7"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30.jpeg"/><Relationship Id="rId5" Type="http://schemas.openxmlformats.org/officeDocument/2006/relationships/image" Target="../media/image6.svg"/><Relationship Id="rId4" Type="http://schemas.openxmlformats.org/officeDocument/2006/relationships/image" Target="../media/image1.emf"/><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0.xml"/><Relationship Id="rId6" Type="http://schemas.openxmlformats.org/officeDocument/2006/relationships/image" Target="../media/image11.jpeg"/><Relationship Id="rId5" Type="http://schemas.openxmlformats.org/officeDocument/2006/relationships/image" Target="../media/image6.sv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2.xml"/><Relationship Id="rId5" Type="http://schemas.openxmlformats.org/officeDocument/2006/relationships/image" Target="../media/image2.svg"/><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3.xml"/><Relationship Id="rId6" Type="http://schemas.openxmlformats.org/officeDocument/2006/relationships/image" Target="../media/image32.jpeg"/><Relationship Id="rId5" Type="http://schemas.openxmlformats.org/officeDocument/2006/relationships/image" Target="../media/image31.sv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34.xml"/><Relationship Id="rId5" Type="http://schemas.openxmlformats.org/officeDocument/2006/relationships/image" Target="../media/image33.sv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emf"/><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5.xml"/><Relationship Id="rId5" Type="http://schemas.openxmlformats.org/officeDocument/2006/relationships/image" Target="../media/image1.emf"/><Relationship Id="rId4" Type="http://schemas.openxmlformats.org/officeDocument/2006/relationships/oleObject" Target="../embeddings/oleObject35.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tags" Target="../tags/tag36.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microsoft.com/office/2007/relationships/hdphoto" Target="../media/hdphoto1.wdp"/><Relationship Id="rId2" Type="http://schemas.openxmlformats.org/officeDocument/2006/relationships/slideLayout" Target="../slideLayouts/slideLayout13.xml"/><Relationship Id="rId1" Type="http://schemas.openxmlformats.org/officeDocument/2006/relationships/tags" Target="../tags/tag37.xml"/><Relationship Id="rId6" Type="http://schemas.openxmlformats.org/officeDocument/2006/relationships/image" Target="../media/image34.png"/><Relationship Id="rId5" Type="http://schemas.openxmlformats.org/officeDocument/2006/relationships/image" Target="../media/image1.emf"/><Relationship Id="rId4" Type="http://schemas.openxmlformats.org/officeDocument/2006/relationships/oleObject" Target="../embeddings/oleObject37.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ags" Target="../tags/tag38.xml"/><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3ED07A1-5661-9823-5A01-78F4ED2A467D}"/>
              </a:ext>
            </a:extLst>
          </p:cNvPr>
          <p:cNvGraphicFramePr>
            <a:graphicFrameLocks noChangeAspect="1"/>
          </p:cNvGraphicFramePr>
          <p:nvPr>
            <p:custDataLst>
              <p:tags r:id="rId1"/>
            </p:custDataLst>
            <p:extLst>
              <p:ext uri="{D42A27DB-BD31-4B8C-83A1-F6EECF244321}">
                <p14:modId xmlns:p14="http://schemas.microsoft.com/office/powerpoint/2010/main" val="19989745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think-cell data - do not delete" hidden="1">
                        <a:extLst>
                          <a:ext uri="{FF2B5EF4-FFF2-40B4-BE49-F238E27FC236}">
                            <a16:creationId xmlns:a16="http://schemas.microsoft.com/office/drawing/2014/main" id="{D3ED07A1-5661-9823-5A01-78F4ED2A467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8" name="Text Placeholder 67">
            <a:extLst>
              <a:ext uri="{FF2B5EF4-FFF2-40B4-BE49-F238E27FC236}">
                <a16:creationId xmlns:a16="http://schemas.microsoft.com/office/drawing/2014/main" id="{796C32FF-5CC2-FA91-D10B-1F59CB73B22D}"/>
              </a:ext>
            </a:extLst>
          </p:cNvPr>
          <p:cNvSpPr>
            <a:spLocks noGrp="1"/>
          </p:cNvSpPr>
          <p:nvPr>
            <p:ph type="body" sz="quarter" idx="11"/>
          </p:nvPr>
        </p:nvSpPr>
        <p:spPr/>
        <p:txBody>
          <a:bodyPr/>
          <a:lstStyle/>
          <a:p>
            <a:endParaRPr lang="en-US" dirty="0"/>
          </a:p>
        </p:txBody>
      </p:sp>
      <p:sp>
        <p:nvSpPr>
          <p:cNvPr id="66" name="Title 65">
            <a:extLst>
              <a:ext uri="{FF2B5EF4-FFF2-40B4-BE49-F238E27FC236}">
                <a16:creationId xmlns:a16="http://schemas.microsoft.com/office/drawing/2014/main" id="{CC2FA843-E272-5B9D-0303-077B93572353}"/>
              </a:ext>
            </a:extLst>
          </p:cNvPr>
          <p:cNvSpPr>
            <a:spLocks noGrp="1"/>
          </p:cNvSpPr>
          <p:nvPr>
            <p:ph type="ctrTitle"/>
          </p:nvPr>
        </p:nvSpPr>
        <p:spPr/>
        <p:txBody>
          <a:bodyPr/>
          <a:lstStyle/>
          <a:p>
            <a:endParaRPr lang="en-US" dirty="0"/>
          </a:p>
        </p:txBody>
      </p:sp>
      <p:sp>
        <p:nvSpPr>
          <p:cNvPr id="67" name="Subtitle 66">
            <a:extLst>
              <a:ext uri="{FF2B5EF4-FFF2-40B4-BE49-F238E27FC236}">
                <a16:creationId xmlns:a16="http://schemas.microsoft.com/office/drawing/2014/main" id="{5D666DEE-8C82-6E44-2CF9-820F01EC105D}"/>
              </a:ext>
            </a:extLst>
          </p:cNvPr>
          <p:cNvSpPr>
            <a:spLocks noGrp="1"/>
          </p:cNvSpPr>
          <p:nvPr>
            <p:ph type="subTitle" idx="1"/>
          </p:nvPr>
        </p:nvSpPr>
        <p:spPr/>
        <p:txBody>
          <a:bodyPr/>
          <a:lstStyle/>
          <a:p>
            <a:endParaRPr lang="en-US" dirty="0"/>
          </a:p>
        </p:txBody>
      </p:sp>
      <p:sp>
        <p:nvSpPr>
          <p:cNvPr id="69" name="Picture Placeholder 68">
            <a:extLst>
              <a:ext uri="{FF2B5EF4-FFF2-40B4-BE49-F238E27FC236}">
                <a16:creationId xmlns:a16="http://schemas.microsoft.com/office/drawing/2014/main" id="{86BDDDBD-F742-D51C-0640-B579C0AA4072}"/>
              </a:ext>
            </a:extLst>
          </p:cNvPr>
          <p:cNvSpPr>
            <a:spLocks noGrp="1"/>
          </p:cNvSpPr>
          <p:nvPr>
            <p:ph type="pic" sz="quarter" idx="16"/>
          </p:nvPr>
        </p:nvSpPr>
        <p:spPr/>
        <p:txBody>
          <a:bodyPr/>
          <a:lstStyle/>
          <a:p>
            <a:endParaRPr lang="en-US"/>
          </a:p>
        </p:txBody>
      </p:sp>
      <p:sp>
        <p:nvSpPr>
          <p:cNvPr id="70" name="Text Placeholder 69">
            <a:extLst>
              <a:ext uri="{FF2B5EF4-FFF2-40B4-BE49-F238E27FC236}">
                <a16:creationId xmlns:a16="http://schemas.microsoft.com/office/drawing/2014/main" id="{833C67CC-6EB3-6B07-827E-1994FB8CA650}"/>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2136439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A16ABA4-2811-5CEA-EDA6-B6D89BE40D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7A16ABA4-2811-5CEA-EDA6-B6D89BE40D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Text Placeholder 23">
            <a:extLst>
              <a:ext uri="{FF2B5EF4-FFF2-40B4-BE49-F238E27FC236}">
                <a16:creationId xmlns:a16="http://schemas.microsoft.com/office/drawing/2014/main" id="{F89D5E47-82F2-6FF9-DCDE-A582A85C88AA}"/>
              </a:ext>
            </a:extLst>
          </p:cNvPr>
          <p:cNvSpPr>
            <a:spLocks noGrp="1"/>
          </p:cNvSpPr>
          <p:nvPr>
            <p:ph type="body" sz="quarter" idx="17"/>
          </p:nvPr>
        </p:nvSpPr>
        <p:spPr/>
        <p:txBody>
          <a:bodyPr/>
          <a:lstStyle/>
          <a:p>
            <a:r>
              <a:rPr lang="en-US"/>
              <a:t>January 01, 2026</a:t>
            </a:r>
          </a:p>
        </p:txBody>
      </p:sp>
      <p:sp>
        <p:nvSpPr>
          <p:cNvPr id="13" name="Picture Placeholder 12">
            <a:extLst>
              <a:ext uri="{FF2B5EF4-FFF2-40B4-BE49-F238E27FC236}">
                <a16:creationId xmlns:a16="http://schemas.microsoft.com/office/drawing/2014/main" id="{E460EA54-F373-C5F6-18B2-0A72CFAEF832}"/>
              </a:ext>
            </a:extLst>
          </p:cNvPr>
          <p:cNvSpPr>
            <a:spLocks noGrp="1"/>
          </p:cNvSpPr>
          <p:nvPr>
            <p:ph type="pic" sz="quarter" idx="18"/>
          </p:nvPr>
        </p:nvSpPr>
        <p:spPr/>
        <p:txBody>
          <a:bodyPr/>
          <a:lstStyle/>
          <a:p>
            <a:endParaRPr lang="en-US"/>
          </a:p>
        </p:txBody>
      </p:sp>
      <p:sp>
        <p:nvSpPr>
          <p:cNvPr id="11" name="Picture Placeholder 10">
            <a:extLst>
              <a:ext uri="{FF2B5EF4-FFF2-40B4-BE49-F238E27FC236}">
                <a16:creationId xmlns:a16="http://schemas.microsoft.com/office/drawing/2014/main" id="{FD73201C-36B7-A433-9BB6-87136534EFC2}"/>
              </a:ext>
            </a:extLst>
          </p:cNvPr>
          <p:cNvSpPr>
            <a:spLocks noGrp="1"/>
          </p:cNvSpPr>
          <p:nvPr>
            <p:ph type="pic" sz="quarter" idx="14"/>
          </p:nvPr>
        </p:nvSpPr>
        <p:spPr/>
        <p:txBody>
          <a:bodyPr/>
          <a:lstStyle/>
          <a:p>
            <a:endParaRPr lang="en-US"/>
          </a:p>
        </p:txBody>
      </p:sp>
      <p:sp>
        <p:nvSpPr>
          <p:cNvPr id="12" name="Picture Placeholder 11">
            <a:extLst>
              <a:ext uri="{FF2B5EF4-FFF2-40B4-BE49-F238E27FC236}">
                <a16:creationId xmlns:a16="http://schemas.microsoft.com/office/drawing/2014/main" id="{EC4C9842-8C22-C5C2-0A5C-B465ABEC934C}"/>
              </a:ext>
            </a:extLst>
          </p:cNvPr>
          <p:cNvSpPr>
            <a:spLocks noGrp="1"/>
          </p:cNvSpPr>
          <p:nvPr>
            <p:ph type="pic" sz="quarter" idx="15"/>
          </p:nvPr>
        </p:nvSpPr>
        <p:spPr/>
        <p:txBody>
          <a:bodyPr/>
          <a:lstStyle/>
          <a:p>
            <a:endParaRPr lang="en-US"/>
          </a:p>
        </p:txBody>
      </p:sp>
      <p:sp>
        <p:nvSpPr>
          <p:cNvPr id="2" name="Text Placeholder 1">
            <a:extLst>
              <a:ext uri="{FF2B5EF4-FFF2-40B4-BE49-F238E27FC236}">
                <a16:creationId xmlns:a16="http://schemas.microsoft.com/office/drawing/2014/main" id="{54B0363D-8506-4E8C-9D7F-1F2ACF0C864C}"/>
              </a:ext>
            </a:extLst>
          </p:cNvPr>
          <p:cNvSpPr>
            <a:spLocks noGrp="1"/>
          </p:cNvSpPr>
          <p:nvPr>
            <p:ph type="body" sz="quarter" idx="11"/>
          </p:nvPr>
        </p:nvSpPr>
        <p:spPr/>
        <p:txBody>
          <a:bodyPr/>
          <a:lstStyle/>
          <a:p>
            <a:r>
              <a:rPr lang="en-US" b="1"/>
              <a:t>DO NOT MODIFY</a:t>
            </a:r>
          </a:p>
          <a:p>
            <a:r>
              <a:rPr lang="en-US"/>
              <a:t>REUSE OR COPY THE SLIDE(S) YOU NEED OR SAVE TO YOUR COMPUTER</a:t>
            </a:r>
          </a:p>
        </p:txBody>
      </p:sp>
      <p:sp>
        <p:nvSpPr>
          <p:cNvPr id="3" name="Title 2">
            <a:extLst>
              <a:ext uri="{FF2B5EF4-FFF2-40B4-BE49-F238E27FC236}">
                <a16:creationId xmlns:a16="http://schemas.microsoft.com/office/drawing/2014/main" id="{128A6F27-97FC-4A26-B1D1-1E39CC1E9052}"/>
              </a:ext>
            </a:extLst>
          </p:cNvPr>
          <p:cNvSpPr>
            <a:spLocks noGrp="1"/>
          </p:cNvSpPr>
          <p:nvPr>
            <p:ph type="ctrTitle"/>
          </p:nvPr>
        </p:nvSpPr>
        <p:spPr/>
        <p:txBody>
          <a:bodyPr vert="horz"/>
          <a:lstStyle/>
          <a:p>
            <a:r>
              <a:rPr lang="en-US" dirty="0"/>
              <a:t>IQVIA </a:t>
            </a:r>
            <a:br>
              <a:rPr lang="en-US" dirty="0"/>
            </a:br>
            <a:r>
              <a:rPr lang="en-US" dirty="0"/>
              <a:t>Primary Slide Bank</a:t>
            </a:r>
          </a:p>
        </p:txBody>
      </p:sp>
      <p:sp>
        <p:nvSpPr>
          <p:cNvPr id="10" name="Subtitle 9">
            <a:extLst>
              <a:ext uri="{FF2B5EF4-FFF2-40B4-BE49-F238E27FC236}">
                <a16:creationId xmlns:a16="http://schemas.microsoft.com/office/drawing/2014/main" id="{02F942F2-99DC-1503-E1E8-84AAF1FA780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091201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EDD8D17B-199B-F123-D17D-61A05660F2B0}"/>
              </a:ext>
            </a:extLst>
          </p:cNvPr>
          <p:cNvGraphicFramePr>
            <a:graphicFrameLocks noChangeAspect="1"/>
          </p:cNvGraphicFramePr>
          <p:nvPr>
            <p:custDataLst>
              <p:tags r:id="rId1"/>
            </p:custDataLst>
            <p:extLst>
              <p:ext uri="{D42A27DB-BD31-4B8C-83A1-F6EECF244321}">
                <p14:modId xmlns:p14="http://schemas.microsoft.com/office/powerpoint/2010/main" val="1457692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5" name="think-cell data - do not delete" hidden="1">
                        <a:extLst>
                          <a:ext uri="{FF2B5EF4-FFF2-40B4-BE49-F238E27FC236}">
                            <a16:creationId xmlns:a16="http://schemas.microsoft.com/office/drawing/2014/main" id="{EDD8D17B-199B-F123-D17D-61A05660F2B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AECE2A33-5A6C-4FEF-B355-15C0AD4D9C9D}"/>
              </a:ext>
            </a:extLst>
          </p:cNvPr>
          <p:cNvSpPr>
            <a:spLocks noGrp="1"/>
          </p:cNvSpPr>
          <p:nvPr>
            <p:ph type="body" sz="quarter" idx="15"/>
          </p:nvPr>
        </p:nvSpPr>
        <p:spPr>
          <a:xfrm>
            <a:off x="8132063" y="1876358"/>
            <a:ext cx="3764662" cy="4404117"/>
          </a:xfrm>
        </p:spPr>
        <p:txBody>
          <a:bodyPr/>
          <a:lstStyle/>
          <a:p>
            <a:r>
              <a:rPr lang="en-US" dirty="0"/>
              <a:t>Broader swatch </a:t>
            </a:r>
            <a:br>
              <a:rPr lang="en-US" dirty="0"/>
            </a:br>
            <a:r>
              <a:rPr lang="en-US" dirty="0"/>
              <a:t>samples are now </a:t>
            </a:r>
            <a:br>
              <a:rPr lang="en-US" dirty="0"/>
            </a:br>
            <a:r>
              <a:rPr lang="en-US" dirty="0"/>
              <a:t>available off the </a:t>
            </a:r>
            <a:br>
              <a:rPr lang="en-US" dirty="0"/>
            </a:br>
            <a:r>
              <a:rPr lang="en-US" dirty="0"/>
              <a:t>slide canvas </a:t>
            </a:r>
            <a:r>
              <a:rPr lang="en-US" dirty="0">
                <a:sym typeface="Wingdings" panose="05000000000000000000" pitchFamily="2" charset="2"/>
              </a:rPr>
              <a:t></a:t>
            </a:r>
            <a:endParaRPr lang="en-US" dirty="0"/>
          </a:p>
        </p:txBody>
      </p:sp>
      <p:sp>
        <p:nvSpPr>
          <p:cNvPr id="6" name="Text Placeholder 5">
            <a:extLst>
              <a:ext uri="{FF2B5EF4-FFF2-40B4-BE49-F238E27FC236}">
                <a16:creationId xmlns:a16="http://schemas.microsoft.com/office/drawing/2014/main" id="{00D9D04A-F70F-4D0A-9FA9-0CB1BBC30D4F}"/>
              </a:ext>
            </a:extLst>
          </p:cNvPr>
          <p:cNvSpPr>
            <a:spLocks noGrp="1"/>
          </p:cNvSpPr>
          <p:nvPr>
            <p:ph type="body" sz="quarter" idx="16"/>
          </p:nvPr>
        </p:nvSpPr>
        <p:spPr>
          <a:xfrm>
            <a:off x="384694" y="1081826"/>
            <a:ext cx="11338560" cy="402336"/>
          </a:xfrm>
        </p:spPr>
        <p:txBody>
          <a:bodyPr/>
          <a:lstStyle/>
          <a:p>
            <a:r>
              <a:rPr lang="en-US" dirty="0"/>
              <a:t>Updated slide designs are available from the “Layout” dropdown in the ribbon</a:t>
            </a:r>
          </a:p>
        </p:txBody>
      </p:sp>
      <p:sp>
        <p:nvSpPr>
          <p:cNvPr id="3" name="Title 2">
            <a:extLst>
              <a:ext uri="{FF2B5EF4-FFF2-40B4-BE49-F238E27FC236}">
                <a16:creationId xmlns:a16="http://schemas.microsoft.com/office/drawing/2014/main" id="{E45DF7AB-5936-4E93-B1E1-BBA58D8A34B6}"/>
              </a:ext>
            </a:extLst>
          </p:cNvPr>
          <p:cNvSpPr>
            <a:spLocks noGrp="1"/>
          </p:cNvSpPr>
          <p:nvPr>
            <p:ph type="title"/>
          </p:nvPr>
        </p:nvSpPr>
        <p:spPr>
          <a:xfrm>
            <a:off x="384694" y="294468"/>
            <a:ext cx="11338560" cy="768263"/>
          </a:xfrm>
        </p:spPr>
        <p:txBody>
          <a:bodyPr vert="horz"/>
          <a:lstStyle/>
          <a:p>
            <a:r>
              <a:rPr lang="en-US" dirty="0"/>
              <a:t>Welcome to the new PowerPoint IQVIA V4.0.0 template</a:t>
            </a:r>
          </a:p>
        </p:txBody>
      </p:sp>
      <p:sp>
        <p:nvSpPr>
          <p:cNvPr id="4" name="Footer Placeholder 3">
            <a:extLst>
              <a:ext uri="{FF2B5EF4-FFF2-40B4-BE49-F238E27FC236}">
                <a16:creationId xmlns:a16="http://schemas.microsoft.com/office/drawing/2014/main" id="{5F6D976C-1123-4220-8574-84F0166E3849}"/>
              </a:ext>
            </a:extLst>
          </p:cNvPr>
          <p:cNvSpPr>
            <a:spLocks noGrp="1"/>
          </p:cNvSpPr>
          <p:nvPr>
            <p:ph type="ftr" sz="quarter" idx="3"/>
          </p:nvPr>
        </p:nvSpPr>
        <p:spPr>
          <a:xfrm>
            <a:off x="384694" y="6387858"/>
            <a:ext cx="9285484" cy="338087"/>
          </a:xfrm>
        </p:spPr>
        <p:txBody>
          <a:bodyPr/>
          <a:lstStyle/>
          <a:p>
            <a:endParaRPr lang="en-US"/>
          </a:p>
        </p:txBody>
      </p:sp>
      <p:grpSp>
        <p:nvGrpSpPr>
          <p:cNvPr id="181" name="Group 180">
            <a:extLst>
              <a:ext uri="{FF2B5EF4-FFF2-40B4-BE49-F238E27FC236}">
                <a16:creationId xmlns:a16="http://schemas.microsoft.com/office/drawing/2014/main" id="{4602772A-4784-4F26-53D2-03BCC45AC1CF}"/>
              </a:ext>
            </a:extLst>
          </p:cNvPr>
          <p:cNvGrpSpPr/>
          <p:nvPr/>
        </p:nvGrpSpPr>
        <p:grpSpPr>
          <a:xfrm>
            <a:off x="10593583" y="1967887"/>
            <a:ext cx="851744" cy="3736190"/>
            <a:chOff x="12308083" y="0"/>
            <a:chExt cx="851744" cy="3736190"/>
          </a:xfrm>
        </p:grpSpPr>
        <p:grpSp>
          <p:nvGrpSpPr>
            <p:cNvPr id="182" name="Group 181">
              <a:extLst>
                <a:ext uri="{FF2B5EF4-FFF2-40B4-BE49-F238E27FC236}">
                  <a16:creationId xmlns:a16="http://schemas.microsoft.com/office/drawing/2014/main" id="{1C7A7925-28FE-31DC-D1C9-B426B2579D3C}"/>
                </a:ext>
              </a:extLst>
            </p:cNvPr>
            <p:cNvGrpSpPr/>
            <p:nvPr userDrawn="1"/>
          </p:nvGrpSpPr>
          <p:grpSpPr>
            <a:xfrm>
              <a:off x="12308083" y="2649326"/>
              <a:ext cx="851743" cy="187184"/>
              <a:chOff x="12308083" y="2627114"/>
              <a:chExt cx="851743" cy="187184"/>
            </a:xfrm>
          </p:grpSpPr>
          <p:sp>
            <p:nvSpPr>
              <p:cNvPr id="305" name="Rectangle 304">
                <a:extLst>
                  <a:ext uri="{FF2B5EF4-FFF2-40B4-BE49-F238E27FC236}">
                    <a16:creationId xmlns:a16="http://schemas.microsoft.com/office/drawing/2014/main" id="{0F4D37F3-B918-A1D4-8978-F9FFB407DC73}"/>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06" name="Rectangle 305">
                <a:extLst>
                  <a:ext uri="{FF2B5EF4-FFF2-40B4-BE49-F238E27FC236}">
                    <a16:creationId xmlns:a16="http://schemas.microsoft.com/office/drawing/2014/main" id="{39CB7AC8-A5A4-0C94-3AF0-A2B54AAB33DC}"/>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07" name="Rectangle 306">
                <a:extLst>
                  <a:ext uri="{FF2B5EF4-FFF2-40B4-BE49-F238E27FC236}">
                    <a16:creationId xmlns:a16="http://schemas.microsoft.com/office/drawing/2014/main" id="{DB3C9E03-5ED2-1757-225B-19487B1E14F1}"/>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08" name="Rectangle 307">
                <a:extLst>
                  <a:ext uri="{FF2B5EF4-FFF2-40B4-BE49-F238E27FC236}">
                    <a16:creationId xmlns:a16="http://schemas.microsoft.com/office/drawing/2014/main" id="{971FACB5-3BD7-6FF4-C2A5-100E67AA310D}"/>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83" name="TextBox 182">
              <a:extLst>
                <a:ext uri="{FF2B5EF4-FFF2-40B4-BE49-F238E27FC236}">
                  <a16:creationId xmlns:a16="http://schemas.microsoft.com/office/drawing/2014/main" id="{C21CA1A1-5074-40F1-8401-DF692B9BB631}"/>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184" name="Group 183">
              <a:extLst>
                <a:ext uri="{FF2B5EF4-FFF2-40B4-BE49-F238E27FC236}">
                  <a16:creationId xmlns:a16="http://schemas.microsoft.com/office/drawing/2014/main" id="{674DD55B-C158-09E2-0266-D2F7F8F198DB}"/>
                </a:ext>
              </a:extLst>
            </p:cNvPr>
            <p:cNvGrpSpPr/>
            <p:nvPr userDrawn="1"/>
          </p:nvGrpSpPr>
          <p:grpSpPr>
            <a:xfrm>
              <a:off x="12308083" y="419226"/>
              <a:ext cx="851743" cy="188638"/>
              <a:chOff x="12308083" y="418248"/>
              <a:chExt cx="851743" cy="188638"/>
            </a:xfrm>
          </p:grpSpPr>
          <p:sp>
            <p:nvSpPr>
              <p:cNvPr id="301" name="Rectangle 300">
                <a:extLst>
                  <a:ext uri="{FF2B5EF4-FFF2-40B4-BE49-F238E27FC236}">
                    <a16:creationId xmlns:a16="http://schemas.microsoft.com/office/drawing/2014/main" id="{7A8CCF4E-379E-610F-8BF1-05FA61C2EBB3}"/>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302" name="Rectangle 301">
                <a:extLst>
                  <a:ext uri="{FF2B5EF4-FFF2-40B4-BE49-F238E27FC236}">
                    <a16:creationId xmlns:a16="http://schemas.microsoft.com/office/drawing/2014/main" id="{B7C8B8CA-B448-730B-4290-24E8D2DD9535}"/>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303" name="Rectangle 302">
                <a:extLst>
                  <a:ext uri="{FF2B5EF4-FFF2-40B4-BE49-F238E27FC236}">
                    <a16:creationId xmlns:a16="http://schemas.microsoft.com/office/drawing/2014/main" id="{EFA8874E-3C40-9546-7252-5F3ACC9F190E}"/>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304" name="Rectangle 303">
                <a:extLst>
                  <a:ext uri="{FF2B5EF4-FFF2-40B4-BE49-F238E27FC236}">
                    <a16:creationId xmlns:a16="http://schemas.microsoft.com/office/drawing/2014/main" id="{A23721AB-DB6D-561F-06FC-2308C0FA2EFE}"/>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85" name="Group 184">
              <a:extLst>
                <a:ext uri="{FF2B5EF4-FFF2-40B4-BE49-F238E27FC236}">
                  <a16:creationId xmlns:a16="http://schemas.microsoft.com/office/drawing/2014/main" id="{267BA389-0AB7-B31E-CE89-E5649476C9F8}"/>
                </a:ext>
              </a:extLst>
            </p:cNvPr>
            <p:cNvGrpSpPr/>
            <p:nvPr userDrawn="1"/>
          </p:nvGrpSpPr>
          <p:grpSpPr>
            <a:xfrm>
              <a:off x="12308083" y="196943"/>
              <a:ext cx="851743" cy="187184"/>
              <a:chOff x="12308083" y="196943"/>
              <a:chExt cx="851743" cy="187184"/>
            </a:xfrm>
          </p:grpSpPr>
          <p:sp>
            <p:nvSpPr>
              <p:cNvPr id="297" name="Rectangle 296">
                <a:extLst>
                  <a:ext uri="{FF2B5EF4-FFF2-40B4-BE49-F238E27FC236}">
                    <a16:creationId xmlns:a16="http://schemas.microsoft.com/office/drawing/2014/main" id="{690DA00A-76CB-88E1-A4C3-FE0A456CD309}"/>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98" name="Rectangle 297">
                <a:extLst>
                  <a:ext uri="{FF2B5EF4-FFF2-40B4-BE49-F238E27FC236}">
                    <a16:creationId xmlns:a16="http://schemas.microsoft.com/office/drawing/2014/main" id="{6A968952-30FD-66E4-9732-F2C25660F0EA}"/>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99" name="Rectangle 298">
                <a:extLst>
                  <a:ext uri="{FF2B5EF4-FFF2-40B4-BE49-F238E27FC236}">
                    <a16:creationId xmlns:a16="http://schemas.microsoft.com/office/drawing/2014/main" id="{6901DDF4-F73A-ADE1-224D-831BB0FD9BF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300" name="Rectangle 299">
                <a:extLst>
                  <a:ext uri="{FF2B5EF4-FFF2-40B4-BE49-F238E27FC236}">
                    <a16:creationId xmlns:a16="http://schemas.microsoft.com/office/drawing/2014/main" id="{5A8BD647-08F0-C16E-3887-E49E61548B63}"/>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86" name="Group 185">
              <a:extLst>
                <a:ext uri="{FF2B5EF4-FFF2-40B4-BE49-F238E27FC236}">
                  <a16:creationId xmlns:a16="http://schemas.microsoft.com/office/drawing/2014/main" id="{BB3C9599-78CE-BD5B-F2DA-25DC84744BF7}"/>
                </a:ext>
              </a:extLst>
            </p:cNvPr>
            <p:cNvGrpSpPr/>
            <p:nvPr userDrawn="1"/>
          </p:nvGrpSpPr>
          <p:grpSpPr>
            <a:xfrm>
              <a:off x="12308083" y="1087529"/>
              <a:ext cx="851743" cy="190092"/>
              <a:chOff x="12308083" y="1080414"/>
              <a:chExt cx="851743" cy="190092"/>
            </a:xfrm>
          </p:grpSpPr>
          <p:sp>
            <p:nvSpPr>
              <p:cNvPr id="293" name="Rectangle 292">
                <a:extLst>
                  <a:ext uri="{FF2B5EF4-FFF2-40B4-BE49-F238E27FC236}">
                    <a16:creationId xmlns:a16="http://schemas.microsoft.com/office/drawing/2014/main" id="{C359804C-5915-036E-26B9-DE11AFC7C19F}"/>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94" name="Rectangle 293">
                <a:extLst>
                  <a:ext uri="{FF2B5EF4-FFF2-40B4-BE49-F238E27FC236}">
                    <a16:creationId xmlns:a16="http://schemas.microsoft.com/office/drawing/2014/main" id="{0B8259D8-0B82-2F97-0224-93436C192312}"/>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95" name="Rectangle 294">
                <a:extLst>
                  <a:ext uri="{FF2B5EF4-FFF2-40B4-BE49-F238E27FC236}">
                    <a16:creationId xmlns:a16="http://schemas.microsoft.com/office/drawing/2014/main" id="{340184A6-5BD1-5156-6EA6-7807E2F11F16}"/>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96" name="Rectangle 295">
                <a:extLst>
                  <a:ext uri="{FF2B5EF4-FFF2-40B4-BE49-F238E27FC236}">
                    <a16:creationId xmlns:a16="http://schemas.microsoft.com/office/drawing/2014/main" id="{15CFE4B6-9031-A48D-B4E5-446274586FAF}"/>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87" name="Group 186">
              <a:extLst>
                <a:ext uri="{FF2B5EF4-FFF2-40B4-BE49-F238E27FC236}">
                  <a16:creationId xmlns:a16="http://schemas.microsoft.com/office/drawing/2014/main" id="{DE3F4F5D-252A-AB53-DF35-E434CE8BBB8F}"/>
                </a:ext>
              </a:extLst>
            </p:cNvPr>
            <p:cNvGrpSpPr/>
            <p:nvPr userDrawn="1"/>
          </p:nvGrpSpPr>
          <p:grpSpPr>
            <a:xfrm>
              <a:off x="12308083" y="2204760"/>
              <a:ext cx="851743" cy="187184"/>
              <a:chOff x="12308083" y="2181904"/>
              <a:chExt cx="851743" cy="187184"/>
            </a:xfrm>
          </p:grpSpPr>
          <p:sp>
            <p:nvSpPr>
              <p:cNvPr id="289" name="Rectangle 288">
                <a:extLst>
                  <a:ext uri="{FF2B5EF4-FFF2-40B4-BE49-F238E27FC236}">
                    <a16:creationId xmlns:a16="http://schemas.microsoft.com/office/drawing/2014/main" id="{FEBC68C0-0AB8-264F-F16B-9E4DD0EC1A53}"/>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90" name="Rectangle 289">
                <a:extLst>
                  <a:ext uri="{FF2B5EF4-FFF2-40B4-BE49-F238E27FC236}">
                    <a16:creationId xmlns:a16="http://schemas.microsoft.com/office/drawing/2014/main" id="{E288D1C7-0F79-962C-1C08-FA6B25C0B170}"/>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91" name="Rectangle 290">
                <a:extLst>
                  <a:ext uri="{FF2B5EF4-FFF2-40B4-BE49-F238E27FC236}">
                    <a16:creationId xmlns:a16="http://schemas.microsoft.com/office/drawing/2014/main" id="{6414C6AE-03F8-5B96-85A5-2F10EEBE442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92" name="Rectangle 291">
                <a:extLst>
                  <a:ext uri="{FF2B5EF4-FFF2-40B4-BE49-F238E27FC236}">
                    <a16:creationId xmlns:a16="http://schemas.microsoft.com/office/drawing/2014/main" id="{791EAB00-8DDB-0A91-DFA7-493F7129D1B6}"/>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88" name="Group 187">
              <a:extLst>
                <a:ext uri="{FF2B5EF4-FFF2-40B4-BE49-F238E27FC236}">
                  <a16:creationId xmlns:a16="http://schemas.microsoft.com/office/drawing/2014/main" id="{6735842E-EE89-1D5C-8F82-760A9BACD030}"/>
                </a:ext>
              </a:extLst>
            </p:cNvPr>
            <p:cNvGrpSpPr/>
            <p:nvPr userDrawn="1"/>
          </p:nvGrpSpPr>
          <p:grpSpPr>
            <a:xfrm>
              <a:off x="12308083" y="1982477"/>
              <a:ext cx="851743" cy="187184"/>
              <a:chOff x="12308083" y="1960536"/>
              <a:chExt cx="851743" cy="187184"/>
            </a:xfrm>
          </p:grpSpPr>
          <p:sp>
            <p:nvSpPr>
              <p:cNvPr id="285" name="Rectangle 284">
                <a:extLst>
                  <a:ext uri="{FF2B5EF4-FFF2-40B4-BE49-F238E27FC236}">
                    <a16:creationId xmlns:a16="http://schemas.microsoft.com/office/drawing/2014/main" id="{29946A80-0B64-5257-778A-3BC3CB4DA6DD}"/>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86" name="Rectangle 285">
                <a:extLst>
                  <a:ext uri="{FF2B5EF4-FFF2-40B4-BE49-F238E27FC236}">
                    <a16:creationId xmlns:a16="http://schemas.microsoft.com/office/drawing/2014/main" id="{B59E3F8B-46A8-4C75-E539-811DDB12043A}"/>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87" name="Rectangle 286">
                <a:extLst>
                  <a:ext uri="{FF2B5EF4-FFF2-40B4-BE49-F238E27FC236}">
                    <a16:creationId xmlns:a16="http://schemas.microsoft.com/office/drawing/2014/main" id="{5C05667B-FC0A-9113-8E8D-14952A5E97E9}"/>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88" name="Rectangle 287">
                <a:extLst>
                  <a:ext uri="{FF2B5EF4-FFF2-40B4-BE49-F238E27FC236}">
                    <a16:creationId xmlns:a16="http://schemas.microsoft.com/office/drawing/2014/main" id="{8807771B-A3A5-316A-A970-B25EF3CA1DF1}"/>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56" name="Rectangle 255">
              <a:extLst>
                <a:ext uri="{FF2B5EF4-FFF2-40B4-BE49-F238E27FC236}">
                  <a16:creationId xmlns:a16="http://schemas.microsoft.com/office/drawing/2014/main" id="{BADBE09D-BC29-0625-B087-AD237BFD76C9}"/>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57" name="TextBox 256">
              <a:extLst>
                <a:ext uri="{FF2B5EF4-FFF2-40B4-BE49-F238E27FC236}">
                  <a16:creationId xmlns:a16="http://schemas.microsoft.com/office/drawing/2014/main" id="{76E091FF-3034-54AC-CCF9-FA2C004FD201}"/>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258" name="Rectangle 257">
              <a:extLst>
                <a:ext uri="{FF2B5EF4-FFF2-40B4-BE49-F238E27FC236}">
                  <a16:creationId xmlns:a16="http://schemas.microsoft.com/office/drawing/2014/main" id="{7080188A-AE1D-E6B6-E861-ED2274D14C0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259" name="TextBox 258">
              <a:extLst>
                <a:ext uri="{FF2B5EF4-FFF2-40B4-BE49-F238E27FC236}">
                  <a16:creationId xmlns:a16="http://schemas.microsoft.com/office/drawing/2014/main" id="{C36A73A1-9EF4-DF25-9BD5-9FB2BA3C3853}"/>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260" name="Group 259">
              <a:extLst>
                <a:ext uri="{FF2B5EF4-FFF2-40B4-BE49-F238E27FC236}">
                  <a16:creationId xmlns:a16="http://schemas.microsoft.com/office/drawing/2014/main" id="{6C77E235-25FE-2D27-D363-2C4A9B5FEDC1}"/>
                </a:ext>
              </a:extLst>
            </p:cNvPr>
            <p:cNvGrpSpPr/>
            <p:nvPr userDrawn="1"/>
          </p:nvGrpSpPr>
          <p:grpSpPr>
            <a:xfrm>
              <a:off x="12308083" y="1312720"/>
              <a:ext cx="851743" cy="190092"/>
              <a:chOff x="12308083" y="1309014"/>
              <a:chExt cx="851743" cy="190092"/>
            </a:xfrm>
          </p:grpSpPr>
          <p:sp>
            <p:nvSpPr>
              <p:cNvPr id="281" name="Rectangle 280">
                <a:extLst>
                  <a:ext uri="{FF2B5EF4-FFF2-40B4-BE49-F238E27FC236}">
                    <a16:creationId xmlns:a16="http://schemas.microsoft.com/office/drawing/2014/main" id="{32558AC0-116F-A7DD-9741-4B270CCAD667}"/>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82" name="Rectangle 281">
                <a:extLst>
                  <a:ext uri="{FF2B5EF4-FFF2-40B4-BE49-F238E27FC236}">
                    <a16:creationId xmlns:a16="http://schemas.microsoft.com/office/drawing/2014/main" id="{24E0903F-D7FA-9E05-42EC-07F93688FA34}"/>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83" name="Rectangle 282">
                <a:extLst>
                  <a:ext uri="{FF2B5EF4-FFF2-40B4-BE49-F238E27FC236}">
                    <a16:creationId xmlns:a16="http://schemas.microsoft.com/office/drawing/2014/main" id="{23D705FE-C0F7-CE30-7ED6-6F0DBCF08DE6}"/>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84" name="Rectangle 283">
                <a:extLst>
                  <a:ext uri="{FF2B5EF4-FFF2-40B4-BE49-F238E27FC236}">
                    <a16:creationId xmlns:a16="http://schemas.microsoft.com/office/drawing/2014/main" id="{A5919147-216F-79F9-C49D-28626F862562}"/>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61" name="Rectangle 260">
              <a:extLst>
                <a:ext uri="{FF2B5EF4-FFF2-40B4-BE49-F238E27FC236}">
                  <a16:creationId xmlns:a16="http://schemas.microsoft.com/office/drawing/2014/main" id="{7E0DBE90-43C9-04F9-0D30-408B06671B4D}"/>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62" name="TextBox 261">
              <a:extLst>
                <a:ext uri="{FF2B5EF4-FFF2-40B4-BE49-F238E27FC236}">
                  <a16:creationId xmlns:a16="http://schemas.microsoft.com/office/drawing/2014/main" id="{B25E263F-6F1E-D7AA-E41D-D289A126F1E7}"/>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63" name="Rectangle 262">
              <a:extLst>
                <a:ext uri="{FF2B5EF4-FFF2-40B4-BE49-F238E27FC236}">
                  <a16:creationId xmlns:a16="http://schemas.microsoft.com/office/drawing/2014/main" id="{45A5A327-256D-33CE-B654-CD4B5C3D0817}"/>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64" name="TextBox 263">
              <a:extLst>
                <a:ext uri="{FF2B5EF4-FFF2-40B4-BE49-F238E27FC236}">
                  <a16:creationId xmlns:a16="http://schemas.microsoft.com/office/drawing/2014/main" id="{2E166211-2AEA-0D3F-99BD-A31484C4A85A}"/>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65" name="Rectangle 264">
              <a:extLst>
                <a:ext uri="{FF2B5EF4-FFF2-40B4-BE49-F238E27FC236}">
                  <a16:creationId xmlns:a16="http://schemas.microsoft.com/office/drawing/2014/main" id="{AD3EDAF5-ED23-7313-90D9-221322059504}"/>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266" name="TextBox 265">
              <a:extLst>
                <a:ext uri="{FF2B5EF4-FFF2-40B4-BE49-F238E27FC236}">
                  <a16:creationId xmlns:a16="http://schemas.microsoft.com/office/drawing/2014/main" id="{FDB19DE5-0445-9E54-8C25-FEF74F88FB83}"/>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267" name="Group 266">
              <a:extLst>
                <a:ext uri="{FF2B5EF4-FFF2-40B4-BE49-F238E27FC236}">
                  <a16:creationId xmlns:a16="http://schemas.microsoft.com/office/drawing/2014/main" id="{76F021A8-1128-D7C3-5790-EEB6F88EC949}"/>
                </a:ext>
              </a:extLst>
            </p:cNvPr>
            <p:cNvGrpSpPr/>
            <p:nvPr userDrawn="1"/>
          </p:nvGrpSpPr>
          <p:grpSpPr>
            <a:xfrm>
              <a:off x="12308083" y="3097878"/>
              <a:ext cx="851744" cy="187184"/>
              <a:chOff x="12308083" y="3083609"/>
              <a:chExt cx="851744" cy="187184"/>
            </a:xfrm>
          </p:grpSpPr>
          <p:sp>
            <p:nvSpPr>
              <p:cNvPr id="277" name="Rectangle 276">
                <a:extLst>
                  <a:ext uri="{FF2B5EF4-FFF2-40B4-BE49-F238E27FC236}">
                    <a16:creationId xmlns:a16="http://schemas.microsoft.com/office/drawing/2014/main" id="{44C06DC7-4067-35A6-3F5B-FACDC47E0E82}"/>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8" name="Rectangle 277">
                <a:extLst>
                  <a:ext uri="{FF2B5EF4-FFF2-40B4-BE49-F238E27FC236}">
                    <a16:creationId xmlns:a16="http://schemas.microsoft.com/office/drawing/2014/main" id="{B40DBF05-9002-D784-E4FB-88EA9B4D5DA7}"/>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9" name="Rectangle 278">
                <a:extLst>
                  <a:ext uri="{FF2B5EF4-FFF2-40B4-BE49-F238E27FC236}">
                    <a16:creationId xmlns:a16="http://schemas.microsoft.com/office/drawing/2014/main" id="{701CE8FF-C0C7-16C3-7149-CE7DDACC3A14}"/>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80" name="Rectangle 279">
                <a:extLst>
                  <a:ext uri="{FF2B5EF4-FFF2-40B4-BE49-F238E27FC236}">
                    <a16:creationId xmlns:a16="http://schemas.microsoft.com/office/drawing/2014/main" id="{39B21FCA-2B3E-7139-452A-57667586317B}"/>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268" name="Group 267">
              <a:extLst>
                <a:ext uri="{FF2B5EF4-FFF2-40B4-BE49-F238E27FC236}">
                  <a16:creationId xmlns:a16="http://schemas.microsoft.com/office/drawing/2014/main" id="{78FA26B3-5DC1-C9D0-AAA5-778036BAF8A5}"/>
                </a:ext>
              </a:extLst>
            </p:cNvPr>
            <p:cNvGrpSpPr/>
            <p:nvPr userDrawn="1"/>
          </p:nvGrpSpPr>
          <p:grpSpPr>
            <a:xfrm>
              <a:off x="12308083" y="2872314"/>
              <a:ext cx="851744" cy="187184"/>
              <a:chOff x="12308083" y="2872314"/>
              <a:chExt cx="851744" cy="187184"/>
            </a:xfrm>
          </p:grpSpPr>
          <p:sp>
            <p:nvSpPr>
              <p:cNvPr id="273" name="Rectangle 272">
                <a:extLst>
                  <a:ext uri="{FF2B5EF4-FFF2-40B4-BE49-F238E27FC236}">
                    <a16:creationId xmlns:a16="http://schemas.microsoft.com/office/drawing/2014/main" id="{3DE43190-F415-3461-B057-10082B16FA9B}"/>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4" name="Rectangle 273">
                <a:extLst>
                  <a:ext uri="{FF2B5EF4-FFF2-40B4-BE49-F238E27FC236}">
                    <a16:creationId xmlns:a16="http://schemas.microsoft.com/office/drawing/2014/main" id="{229F40DC-B304-5F5C-BDBF-ACF860044CD8}"/>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5" name="Rectangle 274">
                <a:extLst>
                  <a:ext uri="{FF2B5EF4-FFF2-40B4-BE49-F238E27FC236}">
                    <a16:creationId xmlns:a16="http://schemas.microsoft.com/office/drawing/2014/main" id="{D3954192-3878-8937-793E-96B90CEA292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6" name="Rectangle 275">
                <a:extLst>
                  <a:ext uri="{FF2B5EF4-FFF2-40B4-BE49-F238E27FC236}">
                    <a16:creationId xmlns:a16="http://schemas.microsoft.com/office/drawing/2014/main" id="{F3534E46-2306-D769-905E-26C4483D8791}"/>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269" name="Rectangle 268">
              <a:extLst>
                <a:ext uri="{FF2B5EF4-FFF2-40B4-BE49-F238E27FC236}">
                  <a16:creationId xmlns:a16="http://schemas.microsoft.com/office/drawing/2014/main" id="{3CD9D953-E0D9-A784-5124-F81BA4EA6DF0}"/>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270" name="TextBox 269">
              <a:extLst>
                <a:ext uri="{FF2B5EF4-FFF2-40B4-BE49-F238E27FC236}">
                  <a16:creationId xmlns:a16="http://schemas.microsoft.com/office/drawing/2014/main" id="{57566728-44F4-6B15-2670-8ED9A1A09E48}"/>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271" name="Rectangle 270">
              <a:extLst>
                <a:ext uri="{FF2B5EF4-FFF2-40B4-BE49-F238E27FC236}">
                  <a16:creationId xmlns:a16="http://schemas.microsoft.com/office/drawing/2014/main" id="{382ED48D-FEB6-E936-9CA7-958955CE4EB6}"/>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272" name="TextBox 271">
              <a:extLst>
                <a:ext uri="{FF2B5EF4-FFF2-40B4-BE49-F238E27FC236}">
                  <a16:creationId xmlns:a16="http://schemas.microsoft.com/office/drawing/2014/main" id="{7DD29780-9A93-0492-80BD-B01E49DF55BD}"/>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pic>
        <p:nvPicPr>
          <p:cNvPr id="7" name="Picture 6">
            <a:extLst>
              <a:ext uri="{FF2B5EF4-FFF2-40B4-BE49-F238E27FC236}">
                <a16:creationId xmlns:a16="http://schemas.microsoft.com/office/drawing/2014/main" id="{8E6DA7E8-02AA-6DC9-AA97-92834379426D}"/>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5000"/>
                    </a14:imgEffect>
                  </a14:imgLayer>
                </a14:imgProps>
              </a:ext>
            </a:extLst>
          </a:blip>
          <a:stretch>
            <a:fillRect/>
          </a:stretch>
        </p:blipFill>
        <p:spPr>
          <a:xfrm>
            <a:off x="389731" y="1682861"/>
            <a:ext cx="6513634" cy="4506395"/>
          </a:xfrm>
          <a:prstGeom prst="rect">
            <a:avLst/>
          </a:prstGeom>
        </p:spPr>
      </p:pic>
    </p:spTree>
    <p:extLst>
      <p:ext uri="{BB962C8B-B14F-4D97-AF65-F5344CB8AC3E}">
        <p14:creationId xmlns:p14="http://schemas.microsoft.com/office/powerpoint/2010/main" val="1243012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71">
            <a:extLst>
              <a:ext uri="{FF2B5EF4-FFF2-40B4-BE49-F238E27FC236}">
                <a16:creationId xmlns:a16="http://schemas.microsoft.com/office/drawing/2014/main" id="{A40AAD73-8126-3F04-979C-82840CEAD742}"/>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457864" y="1708468"/>
            <a:ext cx="1982916" cy="3741348"/>
          </a:xfrm>
          <a:prstGeom prst="rect">
            <a:avLst/>
          </a:prstGeom>
        </p:spPr>
      </p:pic>
      <p:sp>
        <p:nvSpPr>
          <p:cNvPr id="3" name="Title 2">
            <a:extLst>
              <a:ext uri="{FF2B5EF4-FFF2-40B4-BE49-F238E27FC236}">
                <a16:creationId xmlns:a16="http://schemas.microsoft.com/office/drawing/2014/main" id="{45CD63D5-9EC7-4A51-B695-C2E6A01E2C6D}"/>
              </a:ext>
            </a:extLst>
          </p:cNvPr>
          <p:cNvSpPr>
            <a:spLocks noGrp="1"/>
          </p:cNvSpPr>
          <p:nvPr>
            <p:ph type="title"/>
          </p:nvPr>
        </p:nvSpPr>
        <p:spPr>
          <a:noFill/>
        </p:spPr>
        <p:txBody>
          <a:bodyPr/>
          <a:lstStyle/>
          <a:p>
            <a:r>
              <a:rPr lang="en-US"/>
              <a:t>Colors </a:t>
            </a:r>
            <a:r>
              <a:rPr lang="en-GB"/>
              <a:t>within PowerPoint</a:t>
            </a:r>
          </a:p>
        </p:txBody>
      </p:sp>
      <p:cxnSp>
        <p:nvCxnSpPr>
          <p:cNvPr id="8" name="Straight Arrow Connector 7">
            <a:extLst>
              <a:ext uri="{FF2B5EF4-FFF2-40B4-BE49-F238E27FC236}">
                <a16:creationId xmlns:a16="http://schemas.microsoft.com/office/drawing/2014/main" id="{4FB03B42-080A-4D30-9640-E2E27FED523B}"/>
              </a:ext>
            </a:extLst>
          </p:cNvPr>
          <p:cNvCxnSpPr>
            <a:cxnSpLocks/>
          </p:cNvCxnSpPr>
          <p:nvPr/>
        </p:nvCxnSpPr>
        <p:spPr>
          <a:xfrm flipH="1">
            <a:off x="2551762" y="2043602"/>
            <a:ext cx="266698"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6DBC4FC-D54E-45B1-A4D0-5C3B500280B7}"/>
              </a:ext>
            </a:extLst>
          </p:cNvPr>
          <p:cNvSpPr txBox="1"/>
          <p:nvPr/>
        </p:nvSpPr>
        <p:spPr>
          <a:xfrm>
            <a:off x="2836364" y="1889714"/>
            <a:ext cx="2198887" cy="307777"/>
          </a:xfrm>
          <a:prstGeom prst="rect">
            <a:avLst/>
          </a:prstGeom>
          <a:ln>
            <a:noFill/>
          </a:ln>
        </p:spPr>
        <p:txBody>
          <a:bodyPr vert="horz" wrap="square" lIns="91440" tIns="45720" rIns="91440" bIns="45720" numCol="1" rtlCol="0" anchor="ctr" anchorCtr="0" compatLnSpc="1">
            <a:prstTxWarp prst="textNoShape">
              <a:avLst/>
            </a:prstTxWarp>
            <a:spAutoFit/>
          </a:bodyPr>
          <a:lstStyle/>
          <a:p>
            <a:pPr fontAlgn="base">
              <a:spcBef>
                <a:spcPct val="0"/>
              </a:spcBef>
              <a:spcAft>
                <a:spcPct val="0"/>
              </a:spcAft>
            </a:pPr>
            <a:r>
              <a:rPr lang="en-US" sz="1400" dirty="0">
                <a:ea typeface="ＭＳ Ｐゴシック" charset="-128"/>
              </a:rPr>
              <a:t>IQVIA color palette</a:t>
            </a:r>
          </a:p>
        </p:txBody>
      </p:sp>
      <p:sp>
        <p:nvSpPr>
          <p:cNvPr id="10" name="TextBox 9">
            <a:extLst>
              <a:ext uri="{FF2B5EF4-FFF2-40B4-BE49-F238E27FC236}">
                <a16:creationId xmlns:a16="http://schemas.microsoft.com/office/drawing/2014/main" id="{139602B5-AC91-4853-B2FF-FD59BAD8E3E8}"/>
              </a:ext>
            </a:extLst>
          </p:cNvPr>
          <p:cNvSpPr txBox="1"/>
          <p:nvPr/>
        </p:nvSpPr>
        <p:spPr>
          <a:xfrm>
            <a:off x="4375961" y="5057878"/>
            <a:ext cx="2737108" cy="1200329"/>
          </a:xfrm>
          <a:prstGeom prst="rect">
            <a:avLst/>
          </a:prstGeom>
          <a:ln>
            <a:noFill/>
          </a:ln>
        </p:spPr>
        <p:txBody>
          <a:bodyPr vert="horz" wrap="square" lIns="91440" tIns="45720" rIns="91440" bIns="45720" numCol="1" rtlCol="0" anchor="ctr" anchorCtr="0" compatLnSpc="1">
            <a:prstTxWarp prst="textNoShape">
              <a:avLst/>
            </a:prstTxWarp>
            <a:spAutoFit/>
          </a:bodyPr>
          <a:lstStyle/>
          <a:p>
            <a:pPr fontAlgn="base">
              <a:spcBef>
                <a:spcPct val="0"/>
              </a:spcBef>
              <a:spcAft>
                <a:spcPct val="0"/>
              </a:spcAft>
            </a:pPr>
            <a:r>
              <a:rPr lang="en-US" sz="1200">
                <a:ea typeface="ＭＳ Ｐゴシック" charset="-128"/>
              </a:rPr>
              <a:t>Do </a:t>
            </a:r>
            <a:r>
              <a:rPr lang="en-US" sz="1200" b="1">
                <a:solidFill>
                  <a:srgbClr val="DA291C"/>
                </a:solidFill>
                <a:ea typeface="ＭＳ Ｐゴシック" charset="-128"/>
              </a:rPr>
              <a:t>NOT</a:t>
            </a:r>
            <a:r>
              <a:rPr lang="en-US" sz="1200">
                <a:ea typeface="ＭＳ Ｐゴシック" charset="-128"/>
              </a:rPr>
              <a:t> use the Transparency function. </a:t>
            </a:r>
            <a:r>
              <a:rPr lang="en-US" sz="1200" dirty="0">
                <a:ea typeface="ＭＳ Ｐゴシック" charset="-128"/>
              </a:rPr>
              <a:t>Transparent colors do not print correctly from PPT or render correctly in PDFs. Make colors lighter by dragging the arrow next to the hue bar up instead </a:t>
            </a:r>
          </a:p>
        </p:txBody>
      </p:sp>
      <p:cxnSp>
        <p:nvCxnSpPr>
          <p:cNvPr id="59" name="Straight Arrow Connector 58">
            <a:extLst>
              <a:ext uri="{FF2B5EF4-FFF2-40B4-BE49-F238E27FC236}">
                <a16:creationId xmlns:a16="http://schemas.microsoft.com/office/drawing/2014/main" id="{CB800D56-C7EA-47DD-93C3-F54E0AB39B28}"/>
              </a:ext>
            </a:extLst>
          </p:cNvPr>
          <p:cNvCxnSpPr>
            <a:cxnSpLocks/>
          </p:cNvCxnSpPr>
          <p:nvPr/>
        </p:nvCxnSpPr>
        <p:spPr>
          <a:xfrm flipH="1">
            <a:off x="2551762" y="2953384"/>
            <a:ext cx="266698" cy="0"/>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F81A5266-D7A7-43F7-A65A-CCAE8EEA62E1}"/>
              </a:ext>
            </a:extLst>
          </p:cNvPr>
          <p:cNvSpPr txBox="1"/>
          <p:nvPr/>
        </p:nvSpPr>
        <p:spPr>
          <a:xfrm>
            <a:off x="2836364" y="2584052"/>
            <a:ext cx="2901735" cy="738664"/>
          </a:xfrm>
          <a:prstGeom prst="rect">
            <a:avLst/>
          </a:prstGeom>
          <a:ln>
            <a:noFill/>
          </a:ln>
        </p:spPr>
        <p:txBody>
          <a:bodyPr vert="horz" wrap="square" lIns="91440" tIns="45720" rIns="91440" bIns="45720" numCol="1" rtlCol="0" anchor="ctr" anchorCtr="0" compatLnSpc="1">
            <a:prstTxWarp prst="textNoShape">
              <a:avLst/>
            </a:prstTxWarp>
            <a:spAutoFit/>
          </a:bodyPr>
          <a:lstStyle/>
          <a:p>
            <a:pPr fontAlgn="base">
              <a:spcBef>
                <a:spcPct val="0"/>
              </a:spcBef>
              <a:spcAft>
                <a:spcPct val="0"/>
              </a:spcAft>
            </a:pPr>
            <a:r>
              <a:rPr lang="en-US" sz="1400" b="1" dirty="0">
                <a:solidFill>
                  <a:srgbClr val="DA291C"/>
                </a:solidFill>
                <a:ea typeface="ＭＳ Ｐゴシック" charset="-128"/>
              </a:rPr>
              <a:t>DO NOT</a:t>
            </a:r>
            <a:r>
              <a:rPr lang="en-US" sz="1400" dirty="0">
                <a:solidFill>
                  <a:srgbClr val="DA291C"/>
                </a:solidFill>
                <a:ea typeface="ＭＳ Ｐゴシック" charset="-128"/>
              </a:rPr>
              <a:t> use these colors</a:t>
            </a:r>
            <a:br>
              <a:rPr lang="en-US" sz="1400" dirty="0">
                <a:solidFill>
                  <a:srgbClr val="DA291C"/>
                </a:solidFill>
                <a:ea typeface="ＭＳ Ｐゴシック" charset="-128"/>
              </a:rPr>
            </a:br>
            <a:r>
              <a:rPr lang="en-US" sz="1400" dirty="0">
                <a:solidFill>
                  <a:srgbClr val="DA291C"/>
                </a:solidFill>
                <a:ea typeface="ＭＳ Ｐゴシック" charset="-128"/>
              </a:rPr>
              <a:t>because these are not IQVIA brand colors</a:t>
            </a:r>
          </a:p>
        </p:txBody>
      </p:sp>
      <p:cxnSp>
        <p:nvCxnSpPr>
          <p:cNvPr id="61" name="Straight Arrow Connector 60">
            <a:extLst>
              <a:ext uri="{FF2B5EF4-FFF2-40B4-BE49-F238E27FC236}">
                <a16:creationId xmlns:a16="http://schemas.microsoft.com/office/drawing/2014/main" id="{65D96371-1AD6-4512-B8CB-CF1EDB82D1B4}"/>
              </a:ext>
            </a:extLst>
          </p:cNvPr>
          <p:cNvCxnSpPr>
            <a:cxnSpLocks/>
          </p:cNvCxnSpPr>
          <p:nvPr/>
        </p:nvCxnSpPr>
        <p:spPr>
          <a:xfrm flipH="1" flipV="1">
            <a:off x="3995110" y="5375501"/>
            <a:ext cx="300443" cy="1384"/>
          </a:xfrm>
          <a:prstGeom prst="straightConnector1">
            <a:avLst/>
          </a:prstGeom>
          <a:ln w="2857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D5F8CCB0-7FD8-4D75-B89F-202B08FD3CEE}"/>
              </a:ext>
            </a:extLst>
          </p:cNvPr>
          <p:cNvGrpSpPr/>
          <p:nvPr/>
        </p:nvGrpSpPr>
        <p:grpSpPr>
          <a:xfrm>
            <a:off x="2897579" y="5027751"/>
            <a:ext cx="985906" cy="1299785"/>
            <a:chOff x="9391770" y="4431019"/>
            <a:chExt cx="1453573" cy="1916342"/>
          </a:xfrm>
        </p:grpSpPr>
        <p:grpSp>
          <p:nvGrpSpPr>
            <p:cNvPr id="11" name="Group 10">
              <a:extLst>
                <a:ext uri="{FF2B5EF4-FFF2-40B4-BE49-F238E27FC236}">
                  <a16:creationId xmlns:a16="http://schemas.microsoft.com/office/drawing/2014/main" id="{708AC195-1F79-4590-A9A9-2887C3DC2DEB}"/>
                </a:ext>
              </a:extLst>
            </p:cNvPr>
            <p:cNvGrpSpPr/>
            <p:nvPr/>
          </p:nvGrpSpPr>
          <p:grpSpPr>
            <a:xfrm>
              <a:off x="9391770" y="4431019"/>
              <a:ext cx="1453573" cy="1806120"/>
              <a:chOff x="4869522" y="1761678"/>
              <a:chExt cx="1453573" cy="1806120"/>
            </a:xfrm>
          </p:grpSpPr>
          <p:pic>
            <p:nvPicPr>
              <p:cNvPr id="28" name="Picture 3">
                <a:extLst>
                  <a:ext uri="{FF2B5EF4-FFF2-40B4-BE49-F238E27FC236}">
                    <a16:creationId xmlns:a16="http://schemas.microsoft.com/office/drawing/2014/main" id="{E7C48E8C-4AE6-40DD-B7A8-BDA1A5EB68B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869522" y="1761678"/>
                <a:ext cx="1453573" cy="1806120"/>
              </a:xfrm>
              <a:prstGeom prst="rect">
                <a:avLst/>
              </a:prstGeom>
              <a:noFill/>
              <a:ln w="9525">
                <a:noFill/>
                <a:miter lim="800000"/>
                <a:headEnd/>
                <a:tailEnd/>
              </a:ln>
            </p:spPr>
          </p:pic>
          <p:sp>
            <p:nvSpPr>
              <p:cNvPr id="29" name="Oval 28">
                <a:extLst>
                  <a:ext uri="{FF2B5EF4-FFF2-40B4-BE49-F238E27FC236}">
                    <a16:creationId xmlns:a16="http://schemas.microsoft.com/office/drawing/2014/main" id="{D45C8B28-0CC5-4670-8A5F-A87ABD3D36A1}"/>
                  </a:ext>
                </a:extLst>
              </p:cNvPr>
              <p:cNvSpPr/>
              <p:nvPr/>
            </p:nvSpPr>
            <p:spPr>
              <a:xfrm>
                <a:off x="5629728" y="2164195"/>
                <a:ext cx="393700" cy="165100"/>
              </a:xfrm>
              <a:prstGeom prst="ellipse">
                <a:avLst/>
              </a:prstGeom>
              <a:noFill/>
              <a:ln w="28575">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63" name="Graphic 52">
              <a:extLst>
                <a:ext uri="{FF2B5EF4-FFF2-40B4-BE49-F238E27FC236}">
                  <a16:creationId xmlns:a16="http://schemas.microsoft.com/office/drawing/2014/main" id="{0FCF6A98-83CE-4BFD-B439-916F89E9F04A}"/>
                </a:ext>
              </a:extLst>
            </p:cNvPr>
            <p:cNvSpPr/>
            <p:nvPr/>
          </p:nvSpPr>
          <p:spPr>
            <a:xfrm>
              <a:off x="9702283" y="5892598"/>
              <a:ext cx="454800" cy="454763"/>
            </a:xfrm>
            <a:custGeom>
              <a:avLst/>
              <a:gdLst>
                <a:gd name="connsiteX0" fmla="*/ 380525 w 482247"/>
                <a:gd name="connsiteY0" fmla="*/ 482208 h 482208"/>
                <a:gd name="connsiteX1" fmla="*/ 373454 w 482247"/>
                <a:gd name="connsiteY1" fmla="*/ 479278 h 482208"/>
                <a:gd name="connsiteX2" fmla="*/ 279428 w 482247"/>
                <a:gd name="connsiteY2" fmla="*/ 385262 h 482208"/>
                <a:gd name="connsiteX3" fmla="*/ 278968 w 482247"/>
                <a:gd name="connsiteY3" fmla="*/ 384832 h 482208"/>
                <a:gd name="connsiteX4" fmla="*/ 241124 w 482247"/>
                <a:gd name="connsiteY4" fmla="*/ 346977 h 482208"/>
                <a:gd name="connsiteX5" fmla="*/ 203277 w 482247"/>
                <a:gd name="connsiteY5" fmla="*/ 384834 h 482208"/>
                <a:gd name="connsiteX6" fmla="*/ 202809 w 482247"/>
                <a:gd name="connsiteY6" fmla="*/ 38527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293152 w 482247"/>
                <a:gd name="connsiteY33" fmla="*/ 370700 h 482208"/>
                <a:gd name="connsiteX34" fmla="*/ 380525 w 482247"/>
                <a:gd name="connsiteY34" fmla="*/ 458065 h 482208"/>
                <a:gd name="connsiteX35" fmla="*/ 458105 w 482247"/>
                <a:gd name="connsiteY35" fmla="*/ 380526 h 482208"/>
                <a:gd name="connsiteX36" fmla="*/ 325772 w 482247"/>
                <a:gd name="connsiteY36" fmla="*/ 248185 h 482208"/>
                <a:gd name="connsiteX37" fmla="*/ 325770 w 482247"/>
                <a:gd name="connsiteY37" fmla="*/ 234045 h 482208"/>
                <a:gd name="connsiteX38" fmla="*/ 325772 w 482247"/>
                <a:gd name="connsiteY38" fmla="*/ 234043 h 482208"/>
                <a:gd name="connsiteX39" fmla="*/ 458075 w 482247"/>
                <a:gd name="connsiteY39" fmla="*/ 101712 h 482208"/>
                <a:gd name="connsiteX40" fmla="*/ 380535 w 482247"/>
                <a:gd name="connsiteY40" fmla="*/ 24143 h 482208"/>
                <a:gd name="connsiteX41" fmla="*/ 248195 w 482247"/>
                <a:gd name="connsiteY41" fmla="*/ 156474 h 482208"/>
                <a:gd name="connsiteX42" fmla="*/ 234053 w 482247"/>
                <a:gd name="connsiteY42" fmla="*/ 156474 h 482208"/>
                <a:gd name="connsiteX43" fmla="*/ 101712 w 482247"/>
                <a:gd name="connsiteY43" fmla="*/ 24143 h 482208"/>
                <a:gd name="connsiteX44" fmla="*/ 24173 w 482247"/>
                <a:gd name="connsiteY44" fmla="*/ 101712 h 482208"/>
                <a:gd name="connsiteX45" fmla="*/ 156475 w 482247"/>
                <a:gd name="connsiteY45" fmla="*/ 234043 h 482208"/>
                <a:gd name="connsiteX46" fmla="*/ 156477 w 482247"/>
                <a:gd name="connsiteY46" fmla="*/ 248183 h 482208"/>
                <a:gd name="connsiteX47" fmla="*/ 156475 w 482247"/>
                <a:gd name="connsiteY47" fmla="*/ 248185 h 482208"/>
                <a:gd name="connsiteX48" fmla="*/ 24143 w 482247"/>
                <a:gd name="connsiteY48" fmla="*/ 380526 h 482208"/>
                <a:gd name="connsiteX49" fmla="*/ 101721 w 482247"/>
                <a:gd name="connsiteY49" fmla="*/ 458065 h 482208"/>
                <a:gd name="connsiteX50" fmla="*/ 189095 w 482247"/>
                <a:gd name="connsiteY50" fmla="*/ 370700 h 482208"/>
                <a:gd name="connsiteX51" fmla="*/ 189565 w 482247"/>
                <a:gd name="connsiteY51" fmla="*/ 370260 h 482208"/>
                <a:gd name="connsiteX52" fmla="*/ 234053 w 482247"/>
                <a:gd name="connsiteY52" fmla="*/ 325763 h 482208"/>
                <a:gd name="connsiteX53" fmla="*/ 248195 w 482247"/>
                <a:gd name="connsiteY53" fmla="*/ 325763 h 482208"/>
                <a:gd name="connsiteX0" fmla="*/ 101712 w 482247"/>
                <a:gd name="connsiteY0" fmla="*/ 24143 h 482208"/>
                <a:gd name="connsiteX1" fmla="*/ 24173 w 482247"/>
                <a:gd name="connsiteY1" fmla="*/ 101712 h 482208"/>
                <a:gd name="connsiteX2" fmla="*/ 156475 w 482247"/>
                <a:gd name="connsiteY2" fmla="*/ 234043 h 482208"/>
                <a:gd name="connsiteX3" fmla="*/ 156477 w 482247"/>
                <a:gd name="connsiteY3" fmla="*/ 248183 h 482208"/>
                <a:gd name="connsiteX4" fmla="*/ 156475 w 482247"/>
                <a:gd name="connsiteY4" fmla="*/ 248185 h 482208"/>
                <a:gd name="connsiteX5" fmla="*/ 24143 w 482247"/>
                <a:gd name="connsiteY5" fmla="*/ 380526 h 482208"/>
                <a:gd name="connsiteX6" fmla="*/ 101721 w 482247"/>
                <a:gd name="connsiteY6" fmla="*/ 458065 h 482208"/>
                <a:gd name="connsiteX7" fmla="*/ 189095 w 482247"/>
                <a:gd name="connsiteY7" fmla="*/ 370700 h 482208"/>
                <a:gd name="connsiteX8" fmla="*/ 189565 w 482247"/>
                <a:gd name="connsiteY8" fmla="*/ 370260 h 482208"/>
                <a:gd name="connsiteX9" fmla="*/ 234053 w 482247"/>
                <a:gd name="connsiteY9" fmla="*/ 325763 h 482208"/>
                <a:gd name="connsiteX10" fmla="*/ 248195 w 482247"/>
                <a:gd name="connsiteY10" fmla="*/ 325763 h 482208"/>
                <a:gd name="connsiteX11" fmla="*/ 292692 w 482247"/>
                <a:gd name="connsiteY11" fmla="*/ 370270 h 482208"/>
                <a:gd name="connsiteX12" fmla="*/ 373454 w 482247"/>
                <a:gd name="connsiteY12" fmla="*/ 479278 h 482208"/>
                <a:gd name="connsiteX13" fmla="*/ 279428 w 482247"/>
                <a:gd name="connsiteY13" fmla="*/ 385262 h 482208"/>
                <a:gd name="connsiteX14" fmla="*/ 278968 w 482247"/>
                <a:gd name="connsiteY14" fmla="*/ 384832 h 482208"/>
                <a:gd name="connsiteX15" fmla="*/ 241124 w 482247"/>
                <a:gd name="connsiteY15" fmla="*/ 346977 h 482208"/>
                <a:gd name="connsiteX16" fmla="*/ 203277 w 482247"/>
                <a:gd name="connsiteY16" fmla="*/ 384834 h 482208"/>
                <a:gd name="connsiteX17" fmla="*/ 202809 w 482247"/>
                <a:gd name="connsiteY17" fmla="*/ 385274 h 482208"/>
                <a:gd name="connsiteX18" fmla="*/ 108793 w 482247"/>
                <a:gd name="connsiteY18" fmla="*/ 479278 h 482208"/>
                <a:gd name="connsiteX19" fmla="*/ 94654 w 482247"/>
                <a:gd name="connsiteY19" fmla="*/ 479282 h 482208"/>
                <a:gd name="connsiteX20" fmla="*/ 94651 w 482247"/>
                <a:gd name="connsiteY20" fmla="*/ 479278 h 482208"/>
                <a:gd name="connsiteX21" fmla="*/ 2930 w 482247"/>
                <a:gd name="connsiteY21" fmla="*/ 387596 h 482208"/>
                <a:gd name="connsiteX22" fmla="*/ 2926 w 482247"/>
                <a:gd name="connsiteY22" fmla="*/ 373459 h 482208"/>
                <a:gd name="connsiteX23" fmla="*/ 2930 w 482247"/>
                <a:gd name="connsiteY23" fmla="*/ 373455 h 482208"/>
                <a:gd name="connsiteX24" fmla="*/ 135260 w 482247"/>
                <a:gd name="connsiteY24" fmla="*/ 241114 h 482208"/>
                <a:gd name="connsiteX25" fmla="*/ 2959 w 482247"/>
                <a:gd name="connsiteY25" fmla="*/ 108783 h 482208"/>
                <a:gd name="connsiteX26" fmla="*/ 2956 w 482247"/>
                <a:gd name="connsiteY26" fmla="*/ 94644 h 482208"/>
                <a:gd name="connsiteX27" fmla="*/ 2959 w 482247"/>
                <a:gd name="connsiteY27" fmla="*/ 94641 h 482208"/>
                <a:gd name="connsiteX28" fmla="*/ 94641 w 482247"/>
                <a:gd name="connsiteY28" fmla="*/ 2930 h 482208"/>
                <a:gd name="connsiteX29" fmla="*/ 108782 w 482247"/>
                <a:gd name="connsiteY29" fmla="*/ 2930 h 482208"/>
                <a:gd name="connsiteX30" fmla="*/ 241124 w 482247"/>
                <a:gd name="connsiteY30" fmla="*/ 135261 h 482208"/>
                <a:gd name="connsiteX31" fmla="*/ 373464 w 482247"/>
                <a:gd name="connsiteY31" fmla="*/ 2930 h 482208"/>
                <a:gd name="connsiteX32" fmla="*/ 387604 w 482247"/>
                <a:gd name="connsiteY32" fmla="*/ 2927 h 482208"/>
                <a:gd name="connsiteX33" fmla="*/ 387606 w 482247"/>
                <a:gd name="connsiteY33" fmla="*/ 2930 h 482208"/>
                <a:gd name="connsiteX34" fmla="*/ 479287 w 482247"/>
                <a:gd name="connsiteY34" fmla="*/ 94641 h 482208"/>
                <a:gd name="connsiteX35" fmla="*/ 479289 w 482247"/>
                <a:gd name="connsiteY35" fmla="*/ 108780 h 482208"/>
                <a:gd name="connsiteX36" fmla="*/ 479287 w 482247"/>
                <a:gd name="connsiteY36" fmla="*/ 108783 h 482208"/>
                <a:gd name="connsiteX37" fmla="*/ 346985 w 482247"/>
                <a:gd name="connsiteY37" fmla="*/ 241114 h 482208"/>
                <a:gd name="connsiteX38" fmla="*/ 479317 w 482247"/>
                <a:gd name="connsiteY38" fmla="*/ 373455 h 482208"/>
                <a:gd name="connsiteX39" fmla="*/ 479321 w 482247"/>
                <a:gd name="connsiteY39" fmla="*/ 387592 h 482208"/>
                <a:gd name="connsiteX40" fmla="*/ 479317 w 482247"/>
                <a:gd name="connsiteY40" fmla="*/ 387596 h 482208"/>
                <a:gd name="connsiteX41" fmla="*/ 387598 w 482247"/>
                <a:gd name="connsiteY41" fmla="*/ 479278 h 482208"/>
                <a:gd name="connsiteX42" fmla="*/ 380525 w 482247"/>
                <a:gd name="connsiteY42" fmla="*/ 482208 h 482208"/>
                <a:gd name="connsiteX43" fmla="*/ 292692 w 482247"/>
                <a:gd name="connsiteY43" fmla="*/ 370270 h 482208"/>
                <a:gd name="connsiteX44" fmla="*/ 293152 w 482247"/>
                <a:gd name="connsiteY44" fmla="*/ 370700 h 482208"/>
                <a:gd name="connsiteX45" fmla="*/ 380525 w 482247"/>
                <a:gd name="connsiteY45" fmla="*/ 458065 h 482208"/>
                <a:gd name="connsiteX46" fmla="*/ 458105 w 482247"/>
                <a:gd name="connsiteY46" fmla="*/ 380526 h 482208"/>
                <a:gd name="connsiteX47" fmla="*/ 325772 w 482247"/>
                <a:gd name="connsiteY47" fmla="*/ 248185 h 482208"/>
                <a:gd name="connsiteX48" fmla="*/ 325770 w 482247"/>
                <a:gd name="connsiteY48" fmla="*/ 234045 h 482208"/>
                <a:gd name="connsiteX49" fmla="*/ 325772 w 482247"/>
                <a:gd name="connsiteY49" fmla="*/ 234043 h 482208"/>
                <a:gd name="connsiteX50" fmla="*/ 458075 w 482247"/>
                <a:gd name="connsiteY50" fmla="*/ 101712 h 482208"/>
                <a:gd name="connsiteX51" fmla="*/ 380535 w 482247"/>
                <a:gd name="connsiteY51" fmla="*/ 24143 h 482208"/>
                <a:gd name="connsiteX52" fmla="*/ 248195 w 482247"/>
                <a:gd name="connsiteY52" fmla="*/ 156474 h 482208"/>
                <a:gd name="connsiteX53" fmla="*/ 234053 w 482247"/>
                <a:gd name="connsiteY53" fmla="*/ 156474 h 482208"/>
                <a:gd name="connsiteX54" fmla="*/ 193152 w 482247"/>
                <a:gd name="connsiteY54" fmla="*/ 115583 h 482208"/>
                <a:gd name="connsiteX0" fmla="*/ 380525 w 482247"/>
                <a:gd name="connsiteY0" fmla="*/ 482208 h 482208"/>
                <a:gd name="connsiteX1" fmla="*/ 24173 w 482247"/>
                <a:gd name="connsiteY1" fmla="*/ 101712 h 482208"/>
                <a:gd name="connsiteX2" fmla="*/ 156475 w 482247"/>
                <a:gd name="connsiteY2" fmla="*/ 234043 h 482208"/>
                <a:gd name="connsiteX3" fmla="*/ 156477 w 482247"/>
                <a:gd name="connsiteY3" fmla="*/ 248183 h 482208"/>
                <a:gd name="connsiteX4" fmla="*/ 156475 w 482247"/>
                <a:gd name="connsiteY4" fmla="*/ 248185 h 482208"/>
                <a:gd name="connsiteX5" fmla="*/ 24143 w 482247"/>
                <a:gd name="connsiteY5" fmla="*/ 380526 h 482208"/>
                <a:gd name="connsiteX6" fmla="*/ 101721 w 482247"/>
                <a:gd name="connsiteY6" fmla="*/ 458065 h 482208"/>
                <a:gd name="connsiteX7" fmla="*/ 189095 w 482247"/>
                <a:gd name="connsiteY7" fmla="*/ 370700 h 482208"/>
                <a:gd name="connsiteX8" fmla="*/ 189565 w 482247"/>
                <a:gd name="connsiteY8" fmla="*/ 370260 h 482208"/>
                <a:gd name="connsiteX9" fmla="*/ 234053 w 482247"/>
                <a:gd name="connsiteY9" fmla="*/ 325763 h 482208"/>
                <a:gd name="connsiteX10" fmla="*/ 248195 w 482247"/>
                <a:gd name="connsiteY10" fmla="*/ 325763 h 482208"/>
                <a:gd name="connsiteX11" fmla="*/ 292692 w 482247"/>
                <a:gd name="connsiteY11" fmla="*/ 370270 h 482208"/>
                <a:gd name="connsiteX12" fmla="*/ 373454 w 482247"/>
                <a:gd name="connsiteY12" fmla="*/ 479278 h 482208"/>
                <a:gd name="connsiteX13" fmla="*/ 279428 w 482247"/>
                <a:gd name="connsiteY13" fmla="*/ 385262 h 482208"/>
                <a:gd name="connsiteX14" fmla="*/ 278968 w 482247"/>
                <a:gd name="connsiteY14" fmla="*/ 384832 h 482208"/>
                <a:gd name="connsiteX15" fmla="*/ 241124 w 482247"/>
                <a:gd name="connsiteY15" fmla="*/ 346977 h 482208"/>
                <a:gd name="connsiteX16" fmla="*/ 203277 w 482247"/>
                <a:gd name="connsiteY16" fmla="*/ 384834 h 482208"/>
                <a:gd name="connsiteX17" fmla="*/ 202809 w 482247"/>
                <a:gd name="connsiteY17" fmla="*/ 385274 h 482208"/>
                <a:gd name="connsiteX18" fmla="*/ 108793 w 482247"/>
                <a:gd name="connsiteY18" fmla="*/ 479278 h 482208"/>
                <a:gd name="connsiteX19" fmla="*/ 94654 w 482247"/>
                <a:gd name="connsiteY19" fmla="*/ 479282 h 482208"/>
                <a:gd name="connsiteX20" fmla="*/ 94651 w 482247"/>
                <a:gd name="connsiteY20" fmla="*/ 479278 h 482208"/>
                <a:gd name="connsiteX21" fmla="*/ 2930 w 482247"/>
                <a:gd name="connsiteY21" fmla="*/ 387596 h 482208"/>
                <a:gd name="connsiteX22" fmla="*/ 2926 w 482247"/>
                <a:gd name="connsiteY22" fmla="*/ 373459 h 482208"/>
                <a:gd name="connsiteX23" fmla="*/ 2930 w 482247"/>
                <a:gd name="connsiteY23" fmla="*/ 373455 h 482208"/>
                <a:gd name="connsiteX24" fmla="*/ 135260 w 482247"/>
                <a:gd name="connsiteY24" fmla="*/ 241114 h 482208"/>
                <a:gd name="connsiteX25" fmla="*/ 2959 w 482247"/>
                <a:gd name="connsiteY25" fmla="*/ 108783 h 482208"/>
                <a:gd name="connsiteX26" fmla="*/ 2956 w 482247"/>
                <a:gd name="connsiteY26" fmla="*/ 94644 h 482208"/>
                <a:gd name="connsiteX27" fmla="*/ 2959 w 482247"/>
                <a:gd name="connsiteY27" fmla="*/ 94641 h 482208"/>
                <a:gd name="connsiteX28" fmla="*/ 94641 w 482247"/>
                <a:gd name="connsiteY28" fmla="*/ 2930 h 482208"/>
                <a:gd name="connsiteX29" fmla="*/ 108782 w 482247"/>
                <a:gd name="connsiteY29" fmla="*/ 2930 h 482208"/>
                <a:gd name="connsiteX30" fmla="*/ 241124 w 482247"/>
                <a:gd name="connsiteY30" fmla="*/ 135261 h 482208"/>
                <a:gd name="connsiteX31" fmla="*/ 373464 w 482247"/>
                <a:gd name="connsiteY31" fmla="*/ 2930 h 482208"/>
                <a:gd name="connsiteX32" fmla="*/ 387604 w 482247"/>
                <a:gd name="connsiteY32" fmla="*/ 2927 h 482208"/>
                <a:gd name="connsiteX33" fmla="*/ 387606 w 482247"/>
                <a:gd name="connsiteY33" fmla="*/ 2930 h 482208"/>
                <a:gd name="connsiteX34" fmla="*/ 479287 w 482247"/>
                <a:gd name="connsiteY34" fmla="*/ 94641 h 482208"/>
                <a:gd name="connsiteX35" fmla="*/ 479289 w 482247"/>
                <a:gd name="connsiteY35" fmla="*/ 108780 h 482208"/>
                <a:gd name="connsiteX36" fmla="*/ 479287 w 482247"/>
                <a:gd name="connsiteY36" fmla="*/ 108783 h 482208"/>
                <a:gd name="connsiteX37" fmla="*/ 346985 w 482247"/>
                <a:gd name="connsiteY37" fmla="*/ 241114 h 482208"/>
                <a:gd name="connsiteX38" fmla="*/ 479317 w 482247"/>
                <a:gd name="connsiteY38" fmla="*/ 373455 h 482208"/>
                <a:gd name="connsiteX39" fmla="*/ 479321 w 482247"/>
                <a:gd name="connsiteY39" fmla="*/ 387592 h 482208"/>
                <a:gd name="connsiteX40" fmla="*/ 479317 w 482247"/>
                <a:gd name="connsiteY40" fmla="*/ 387596 h 482208"/>
                <a:gd name="connsiteX41" fmla="*/ 387598 w 482247"/>
                <a:gd name="connsiteY41" fmla="*/ 479278 h 482208"/>
                <a:gd name="connsiteX42" fmla="*/ 380525 w 482247"/>
                <a:gd name="connsiteY42" fmla="*/ 482208 h 482208"/>
                <a:gd name="connsiteX43" fmla="*/ 292692 w 482247"/>
                <a:gd name="connsiteY43" fmla="*/ 370270 h 482208"/>
                <a:gd name="connsiteX44" fmla="*/ 293152 w 482247"/>
                <a:gd name="connsiteY44" fmla="*/ 370700 h 482208"/>
                <a:gd name="connsiteX45" fmla="*/ 380525 w 482247"/>
                <a:gd name="connsiteY45" fmla="*/ 458065 h 482208"/>
                <a:gd name="connsiteX46" fmla="*/ 458105 w 482247"/>
                <a:gd name="connsiteY46" fmla="*/ 380526 h 482208"/>
                <a:gd name="connsiteX47" fmla="*/ 325772 w 482247"/>
                <a:gd name="connsiteY47" fmla="*/ 248185 h 482208"/>
                <a:gd name="connsiteX48" fmla="*/ 325770 w 482247"/>
                <a:gd name="connsiteY48" fmla="*/ 234045 h 482208"/>
                <a:gd name="connsiteX49" fmla="*/ 325772 w 482247"/>
                <a:gd name="connsiteY49" fmla="*/ 234043 h 482208"/>
                <a:gd name="connsiteX50" fmla="*/ 458075 w 482247"/>
                <a:gd name="connsiteY50" fmla="*/ 101712 h 482208"/>
                <a:gd name="connsiteX51" fmla="*/ 380535 w 482247"/>
                <a:gd name="connsiteY51" fmla="*/ 24143 h 482208"/>
                <a:gd name="connsiteX52" fmla="*/ 248195 w 482247"/>
                <a:gd name="connsiteY52" fmla="*/ 156474 h 482208"/>
                <a:gd name="connsiteX53" fmla="*/ 234053 w 482247"/>
                <a:gd name="connsiteY53" fmla="*/ 156474 h 482208"/>
                <a:gd name="connsiteX54" fmla="*/ 193152 w 482247"/>
                <a:gd name="connsiteY54" fmla="*/ 115583 h 482208"/>
                <a:gd name="connsiteX0" fmla="*/ 380525 w 482247"/>
                <a:gd name="connsiteY0" fmla="*/ 482208 h 482208"/>
                <a:gd name="connsiteX1" fmla="*/ 156475 w 482247"/>
                <a:gd name="connsiteY1" fmla="*/ 234043 h 482208"/>
                <a:gd name="connsiteX2" fmla="*/ 156477 w 482247"/>
                <a:gd name="connsiteY2" fmla="*/ 248183 h 482208"/>
                <a:gd name="connsiteX3" fmla="*/ 156475 w 482247"/>
                <a:gd name="connsiteY3" fmla="*/ 248185 h 482208"/>
                <a:gd name="connsiteX4" fmla="*/ 24143 w 482247"/>
                <a:gd name="connsiteY4" fmla="*/ 380526 h 482208"/>
                <a:gd name="connsiteX5" fmla="*/ 101721 w 482247"/>
                <a:gd name="connsiteY5" fmla="*/ 458065 h 482208"/>
                <a:gd name="connsiteX6" fmla="*/ 189095 w 482247"/>
                <a:gd name="connsiteY6" fmla="*/ 370700 h 482208"/>
                <a:gd name="connsiteX7" fmla="*/ 189565 w 482247"/>
                <a:gd name="connsiteY7" fmla="*/ 370260 h 482208"/>
                <a:gd name="connsiteX8" fmla="*/ 234053 w 482247"/>
                <a:gd name="connsiteY8" fmla="*/ 325763 h 482208"/>
                <a:gd name="connsiteX9" fmla="*/ 248195 w 482247"/>
                <a:gd name="connsiteY9" fmla="*/ 325763 h 482208"/>
                <a:gd name="connsiteX10" fmla="*/ 292692 w 482247"/>
                <a:gd name="connsiteY10" fmla="*/ 370270 h 482208"/>
                <a:gd name="connsiteX11" fmla="*/ 373454 w 482247"/>
                <a:gd name="connsiteY11" fmla="*/ 479278 h 482208"/>
                <a:gd name="connsiteX12" fmla="*/ 279428 w 482247"/>
                <a:gd name="connsiteY12" fmla="*/ 385262 h 482208"/>
                <a:gd name="connsiteX13" fmla="*/ 278968 w 482247"/>
                <a:gd name="connsiteY13" fmla="*/ 384832 h 482208"/>
                <a:gd name="connsiteX14" fmla="*/ 241124 w 482247"/>
                <a:gd name="connsiteY14" fmla="*/ 346977 h 482208"/>
                <a:gd name="connsiteX15" fmla="*/ 203277 w 482247"/>
                <a:gd name="connsiteY15" fmla="*/ 384834 h 482208"/>
                <a:gd name="connsiteX16" fmla="*/ 202809 w 482247"/>
                <a:gd name="connsiteY16" fmla="*/ 385274 h 482208"/>
                <a:gd name="connsiteX17" fmla="*/ 108793 w 482247"/>
                <a:gd name="connsiteY17" fmla="*/ 479278 h 482208"/>
                <a:gd name="connsiteX18" fmla="*/ 94654 w 482247"/>
                <a:gd name="connsiteY18" fmla="*/ 479282 h 482208"/>
                <a:gd name="connsiteX19" fmla="*/ 94651 w 482247"/>
                <a:gd name="connsiteY19" fmla="*/ 479278 h 482208"/>
                <a:gd name="connsiteX20" fmla="*/ 2930 w 482247"/>
                <a:gd name="connsiteY20" fmla="*/ 387596 h 482208"/>
                <a:gd name="connsiteX21" fmla="*/ 2926 w 482247"/>
                <a:gd name="connsiteY21" fmla="*/ 373459 h 482208"/>
                <a:gd name="connsiteX22" fmla="*/ 2930 w 482247"/>
                <a:gd name="connsiteY22" fmla="*/ 373455 h 482208"/>
                <a:gd name="connsiteX23" fmla="*/ 135260 w 482247"/>
                <a:gd name="connsiteY23" fmla="*/ 241114 h 482208"/>
                <a:gd name="connsiteX24" fmla="*/ 2959 w 482247"/>
                <a:gd name="connsiteY24" fmla="*/ 108783 h 482208"/>
                <a:gd name="connsiteX25" fmla="*/ 2956 w 482247"/>
                <a:gd name="connsiteY25" fmla="*/ 94644 h 482208"/>
                <a:gd name="connsiteX26" fmla="*/ 2959 w 482247"/>
                <a:gd name="connsiteY26" fmla="*/ 94641 h 482208"/>
                <a:gd name="connsiteX27" fmla="*/ 94641 w 482247"/>
                <a:gd name="connsiteY27" fmla="*/ 2930 h 482208"/>
                <a:gd name="connsiteX28" fmla="*/ 108782 w 482247"/>
                <a:gd name="connsiteY28" fmla="*/ 2930 h 482208"/>
                <a:gd name="connsiteX29" fmla="*/ 241124 w 482247"/>
                <a:gd name="connsiteY29" fmla="*/ 135261 h 482208"/>
                <a:gd name="connsiteX30" fmla="*/ 373464 w 482247"/>
                <a:gd name="connsiteY30" fmla="*/ 2930 h 482208"/>
                <a:gd name="connsiteX31" fmla="*/ 387604 w 482247"/>
                <a:gd name="connsiteY31" fmla="*/ 2927 h 482208"/>
                <a:gd name="connsiteX32" fmla="*/ 387606 w 482247"/>
                <a:gd name="connsiteY32" fmla="*/ 2930 h 482208"/>
                <a:gd name="connsiteX33" fmla="*/ 479287 w 482247"/>
                <a:gd name="connsiteY33" fmla="*/ 94641 h 482208"/>
                <a:gd name="connsiteX34" fmla="*/ 479289 w 482247"/>
                <a:gd name="connsiteY34" fmla="*/ 108780 h 482208"/>
                <a:gd name="connsiteX35" fmla="*/ 479287 w 482247"/>
                <a:gd name="connsiteY35" fmla="*/ 108783 h 482208"/>
                <a:gd name="connsiteX36" fmla="*/ 346985 w 482247"/>
                <a:gd name="connsiteY36" fmla="*/ 241114 h 482208"/>
                <a:gd name="connsiteX37" fmla="*/ 479317 w 482247"/>
                <a:gd name="connsiteY37" fmla="*/ 373455 h 482208"/>
                <a:gd name="connsiteX38" fmla="*/ 479321 w 482247"/>
                <a:gd name="connsiteY38" fmla="*/ 387592 h 482208"/>
                <a:gd name="connsiteX39" fmla="*/ 479317 w 482247"/>
                <a:gd name="connsiteY39" fmla="*/ 387596 h 482208"/>
                <a:gd name="connsiteX40" fmla="*/ 387598 w 482247"/>
                <a:gd name="connsiteY40" fmla="*/ 479278 h 482208"/>
                <a:gd name="connsiteX41" fmla="*/ 380525 w 482247"/>
                <a:gd name="connsiteY41" fmla="*/ 482208 h 482208"/>
                <a:gd name="connsiteX42" fmla="*/ 292692 w 482247"/>
                <a:gd name="connsiteY42" fmla="*/ 370270 h 482208"/>
                <a:gd name="connsiteX43" fmla="*/ 293152 w 482247"/>
                <a:gd name="connsiteY43" fmla="*/ 370700 h 482208"/>
                <a:gd name="connsiteX44" fmla="*/ 380525 w 482247"/>
                <a:gd name="connsiteY44" fmla="*/ 458065 h 482208"/>
                <a:gd name="connsiteX45" fmla="*/ 458105 w 482247"/>
                <a:gd name="connsiteY45" fmla="*/ 380526 h 482208"/>
                <a:gd name="connsiteX46" fmla="*/ 325772 w 482247"/>
                <a:gd name="connsiteY46" fmla="*/ 248185 h 482208"/>
                <a:gd name="connsiteX47" fmla="*/ 325770 w 482247"/>
                <a:gd name="connsiteY47" fmla="*/ 234045 h 482208"/>
                <a:gd name="connsiteX48" fmla="*/ 325772 w 482247"/>
                <a:gd name="connsiteY48" fmla="*/ 234043 h 482208"/>
                <a:gd name="connsiteX49" fmla="*/ 458075 w 482247"/>
                <a:gd name="connsiteY49" fmla="*/ 101712 h 482208"/>
                <a:gd name="connsiteX50" fmla="*/ 380535 w 482247"/>
                <a:gd name="connsiteY50" fmla="*/ 24143 h 482208"/>
                <a:gd name="connsiteX51" fmla="*/ 248195 w 482247"/>
                <a:gd name="connsiteY51" fmla="*/ 156474 h 482208"/>
                <a:gd name="connsiteX52" fmla="*/ 234053 w 482247"/>
                <a:gd name="connsiteY52" fmla="*/ 156474 h 482208"/>
                <a:gd name="connsiteX53" fmla="*/ 193152 w 482247"/>
                <a:gd name="connsiteY53" fmla="*/ 115583 h 482208"/>
                <a:gd name="connsiteX0" fmla="*/ 380525 w 482247"/>
                <a:gd name="connsiteY0" fmla="*/ 482208 h 482208"/>
                <a:gd name="connsiteX1" fmla="*/ 156477 w 482247"/>
                <a:gd name="connsiteY1" fmla="*/ 248183 h 482208"/>
                <a:gd name="connsiteX2" fmla="*/ 156475 w 482247"/>
                <a:gd name="connsiteY2" fmla="*/ 248185 h 482208"/>
                <a:gd name="connsiteX3" fmla="*/ 24143 w 482247"/>
                <a:gd name="connsiteY3" fmla="*/ 380526 h 482208"/>
                <a:gd name="connsiteX4" fmla="*/ 101721 w 482247"/>
                <a:gd name="connsiteY4" fmla="*/ 458065 h 482208"/>
                <a:gd name="connsiteX5" fmla="*/ 189095 w 482247"/>
                <a:gd name="connsiteY5" fmla="*/ 370700 h 482208"/>
                <a:gd name="connsiteX6" fmla="*/ 189565 w 482247"/>
                <a:gd name="connsiteY6" fmla="*/ 370260 h 482208"/>
                <a:gd name="connsiteX7" fmla="*/ 234053 w 482247"/>
                <a:gd name="connsiteY7" fmla="*/ 325763 h 482208"/>
                <a:gd name="connsiteX8" fmla="*/ 248195 w 482247"/>
                <a:gd name="connsiteY8" fmla="*/ 325763 h 482208"/>
                <a:gd name="connsiteX9" fmla="*/ 292692 w 482247"/>
                <a:gd name="connsiteY9" fmla="*/ 370270 h 482208"/>
                <a:gd name="connsiteX10" fmla="*/ 373454 w 482247"/>
                <a:gd name="connsiteY10" fmla="*/ 479278 h 482208"/>
                <a:gd name="connsiteX11" fmla="*/ 279428 w 482247"/>
                <a:gd name="connsiteY11" fmla="*/ 385262 h 482208"/>
                <a:gd name="connsiteX12" fmla="*/ 278968 w 482247"/>
                <a:gd name="connsiteY12" fmla="*/ 384832 h 482208"/>
                <a:gd name="connsiteX13" fmla="*/ 241124 w 482247"/>
                <a:gd name="connsiteY13" fmla="*/ 346977 h 482208"/>
                <a:gd name="connsiteX14" fmla="*/ 203277 w 482247"/>
                <a:gd name="connsiteY14" fmla="*/ 384834 h 482208"/>
                <a:gd name="connsiteX15" fmla="*/ 202809 w 482247"/>
                <a:gd name="connsiteY15" fmla="*/ 385274 h 482208"/>
                <a:gd name="connsiteX16" fmla="*/ 108793 w 482247"/>
                <a:gd name="connsiteY16" fmla="*/ 479278 h 482208"/>
                <a:gd name="connsiteX17" fmla="*/ 94654 w 482247"/>
                <a:gd name="connsiteY17" fmla="*/ 479282 h 482208"/>
                <a:gd name="connsiteX18" fmla="*/ 94651 w 482247"/>
                <a:gd name="connsiteY18" fmla="*/ 479278 h 482208"/>
                <a:gd name="connsiteX19" fmla="*/ 2930 w 482247"/>
                <a:gd name="connsiteY19" fmla="*/ 387596 h 482208"/>
                <a:gd name="connsiteX20" fmla="*/ 2926 w 482247"/>
                <a:gd name="connsiteY20" fmla="*/ 373459 h 482208"/>
                <a:gd name="connsiteX21" fmla="*/ 2930 w 482247"/>
                <a:gd name="connsiteY21" fmla="*/ 373455 h 482208"/>
                <a:gd name="connsiteX22" fmla="*/ 135260 w 482247"/>
                <a:gd name="connsiteY22" fmla="*/ 241114 h 482208"/>
                <a:gd name="connsiteX23" fmla="*/ 2959 w 482247"/>
                <a:gd name="connsiteY23" fmla="*/ 108783 h 482208"/>
                <a:gd name="connsiteX24" fmla="*/ 2956 w 482247"/>
                <a:gd name="connsiteY24" fmla="*/ 94644 h 482208"/>
                <a:gd name="connsiteX25" fmla="*/ 2959 w 482247"/>
                <a:gd name="connsiteY25" fmla="*/ 94641 h 482208"/>
                <a:gd name="connsiteX26" fmla="*/ 94641 w 482247"/>
                <a:gd name="connsiteY26" fmla="*/ 2930 h 482208"/>
                <a:gd name="connsiteX27" fmla="*/ 108782 w 482247"/>
                <a:gd name="connsiteY27" fmla="*/ 2930 h 482208"/>
                <a:gd name="connsiteX28" fmla="*/ 241124 w 482247"/>
                <a:gd name="connsiteY28" fmla="*/ 135261 h 482208"/>
                <a:gd name="connsiteX29" fmla="*/ 373464 w 482247"/>
                <a:gd name="connsiteY29" fmla="*/ 2930 h 482208"/>
                <a:gd name="connsiteX30" fmla="*/ 387604 w 482247"/>
                <a:gd name="connsiteY30" fmla="*/ 2927 h 482208"/>
                <a:gd name="connsiteX31" fmla="*/ 387606 w 482247"/>
                <a:gd name="connsiteY31" fmla="*/ 2930 h 482208"/>
                <a:gd name="connsiteX32" fmla="*/ 479287 w 482247"/>
                <a:gd name="connsiteY32" fmla="*/ 94641 h 482208"/>
                <a:gd name="connsiteX33" fmla="*/ 479289 w 482247"/>
                <a:gd name="connsiteY33" fmla="*/ 108780 h 482208"/>
                <a:gd name="connsiteX34" fmla="*/ 479287 w 482247"/>
                <a:gd name="connsiteY34" fmla="*/ 108783 h 482208"/>
                <a:gd name="connsiteX35" fmla="*/ 346985 w 482247"/>
                <a:gd name="connsiteY35" fmla="*/ 241114 h 482208"/>
                <a:gd name="connsiteX36" fmla="*/ 479317 w 482247"/>
                <a:gd name="connsiteY36" fmla="*/ 373455 h 482208"/>
                <a:gd name="connsiteX37" fmla="*/ 479321 w 482247"/>
                <a:gd name="connsiteY37" fmla="*/ 387592 h 482208"/>
                <a:gd name="connsiteX38" fmla="*/ 479317 w 482247"/>
                <a:gd name="connsiteY38" fmla="*/ 387596 h 482208"/>
                <a:gd name="connsiteX39" fmla="*/ 387598 w 482247"/>
                <a:gd name="connsiteY39" fmla="*/ 479278 h 482208"/>
                <a:gd name="connsiteX40" fmla="*/ 380525 w 482247"/>
                <a:gd name="connsiteY40" fmla="*/ 482208 h 482208"/>
                <a:gd name="connsiteX41" fmla="*/ 292692 w 482247"/>
                <a:gd name="connsiteY41" fmla="*/ 370270 h 482208"/>
                <a:gd name="connsiteX42" fmla="*/ 293152 w 482247"/>
                <a:gd name="connsiteY42" fmla="*/ 370700 h 482208"/>
                <a:gd name="connsiteX43" fmla="*/ 380525 w 482247"/>
                <a:gd name="connsiteY43" fmla="*/ 458065 h 482208"/>
                <a:gd name="connsiteX44" fmla="*/ 458105 w 482247"/>
                <a:gd name="connsiteY44" fmla="*/ 380526 h 482208"/>
                <a:gd name="connsiteX45" fmla="*/ 325772 w 482247"/>
                <a:gd name="connsiteY45" fmla="*/ 248185 h 482208"/>
                <a:gd name="connsiteX46" fmla="*/ 325770 w 482247"/>
                <a:gd name="connsiteY46" fmla="*/ 234045 h 482208"/>
                <a:gd name="connsiteX47" fmla="*/ 325772 w 482247"/>
                <a:gd name="connsiteY47" fmla="*/ 234043 h 482208"/>
                <a:gd name="connsiteX48" fmla="*/ 458075 w 482247"/>
                <a:gd name="connsiteY48" fmla="*/ 101712 h 482208"/>
                <a:gd name="connsiteX49" fmla="*/ 380535 w 482247"/>
                <a:gd name="connsiteY49" fmla="*/ 24143 h 482208"/>
                <a:gd name="connsiteX50" fmla="*/ 248195 w 482247"/>
                <a:gd name="connsiteY50" fmla="*/ 156474 h 482208"/>
                <a:gd name="connsiteX51" fmla="*/ 234053 w 482247"/>
                <a:gd name="connsiteY51" fmla="*/ 156474 h 482208"/>
                <a:gd name="connsiteX52" fmla="*/ 193152 w 482247"/>
                <a:gd name="connsiteY52" fmla="*/ 115583 h 482208"/>
                <a:gd name="connsiteX0" fmla="*/ 380525 w 482247"/>
                <a:gd name="connsiteY0" fmla="*/ 482208 h 482208"/>
                <a:gd name="connsiteX1" fmla="*/ 156477 w 482247"/>
                <a:gd name="connsiteY1" fmla="*/ 248183 h 482208"/>
                <a:gd name="connsiteX2" fmla="*/ 24143 w 482247"/>
                <a:gd name="connsiteY2" fmla="*/ 380526 h 482208"/>
                <a:gd name="connsiteX3" fmla="*/ 101721 w 482247"/>
                <a:gd name="connsiteY3" fmla="*/ 458065 h 482208"/>
                <a:gd name="connsiteX4" fmla="*/ 189095 w 482247"/>
                <a:gd name="connsiteY4" fmla="*/ 370700 h 482208"/>
                <a:gd name="connsiteX5" fmla="*/ 189565 w 482247"/>
                <a:gd name="connsiteY5" fmla="*/ 370260 h 482208"/>
                <a:gd name="connsiteX6" fmla="*/ 234053 w 482247"/>
                <a:gd name="connsiteY6" fmla="*/ 325763 h 482208"/>
                <a:gd name="connsiteX7" fmla="*/ 248195 w 482247"/>
                <a:gd name="connsiteY7" fmla="*/ 325763 h 482208"/>
                <a:gd name="connsiteX8" fmla="*/ 292692 w 482247"/>
                <a:gd name="connsiteY8" fmla="*/ 370270 h 482208"/>
                <a:gd name="connsiteX9" fmla="*/ 373454 w 482247"/>
                <a:gd name="connsiteY9" fmla="*/ 479278 h 482208"/>
                <a:gd name="connsiteX10" fmla="*/ 279428 w 482247"/>
                <a:gd name="connsiteY10" fmla="*/ 385262 h 482208"/>
                <a:gd name="connsiteX11" fmla="*/ 278968 w 482247"/>
                <a:gd name="connsiteY11" fmla="*/ 384832 h 482208"/>
                <a:gd name="connsiteX12" fmla="*/ 241124 w 482247"/>
                <a:gd name="connsiteY12" fmla="*/ 346977 h 482208"/>
                <a:gd name="connsiteX13" fmla="*/ 203277 w 482247"/>
                <a:gd name="connsiteY13" fmla="*/ 384834 h 482208"/>
                <a:gd name="connsiteX14" fmla="*/ 202809 w 482247"/>
                <a:gd name="connsiteY14" fmla="*/ 385274 h 482208"/>
                <a:gd name="connsiteX15" fmla="*/ 108793 w 482247"/>
                <a:gd name="connsiteY15" fmla="*/ 479278 h 482208"/>
                <a:gd name="connsiteX16" fmla="*/ 94654 w 482247"/>
                <a:gd name="connsiteY16" fmla="*/ 479282 h 482208"/>
                <a:gd name="connsiteX17" fmla="*/ 94651 w 482247"/>
                <a:gd name="connsiteY17" fmla="*/ 479278 h 482208"/>
                <a:gd name="connsiteX18" fmla="*/ 2930 w 482247"/>
                <a:gd name="connsiteY18" fmla="*/ 387596 h 482208"/>
                <a:gd name="connsiteX19" fmla="*/ 2926 w 482247"/>
                <a:gd name="connsiteY19" fmla="*/ 373459 h 482208"/>
                <a:gd name="connsiteX20" fmla="*/ 2930 w 482247"/>
                <a:gd name="connsiteY20" fmla="*/ 373455 h 482208"/>
                <a:gd name="connsiteX21" fmla="*/ 135260 w 482247"/>
                <a:gd name="connsiteY21" fmla="*/ 241114 h 482208"/>
                <a:gd name="connsiteX22" fmla="*/ 2959 w 482247"/>
                <a:gd name="connsiteY22" fmla="*/ 108783 h 482208"/>
                <a:gd name="connsiteX23" fmla="*/ 2956 w 482247"/>
                <a:gd name="connsiteY23" fmla="*/ 94644 h 482208"/>
                <a:gd name="connsiteX24" fmla="*/ 2959 w 482247"/>
                <a:gd name="connsiteY24" fmla="*/ 94641 h 482208"/>
                <a:gd name="connsiteX25" fmla="*/ 94641 w 482247"/>
                <a:gd name="connsiteY25" fmla="*/ 2930 h 482208"/>
                <a:gd name="connsiteX26" fmla="*/ 108782 w 482247"/>
                <a:gd name="connsiteY26" fmla="*/ 2930 h 482208"/>
                <a:gd name="connsiteX27" fmla="*/ 241124 w 482247"/>
                <a:gd name="connsiteY27" fmla="*/ 135261 h 482208"/>
                <a:gd name="connsiteX28" fmla="*/ 373464 w 482247"/>
                <a:gd name="connsiteY28" fmla="*/ 2930 h 482208"/>
                <a:gd name="connsiteX29" fmla="*/ 387604 w 482247"/>
                <a:gd name="connsiteY29" fmla="*/ 2927 h 482208"/>
                <a:gd name="connsiteX30" fmla="*/ 387606 w 482247"/>
                <a:gd name="connsiteY30" fmla="*/ 2930 h 482208"/>
                <a:gd name="connsiteX31" fmla="*/ 479287 w 482247"/>
                <a:gd name="connsiteY31" fmla="*/ 94641 h 482208"/>
                <a:gd name="connsiteX32" fmla="*/ 479289 w 482247"/>
                <a:gd name="connsiteY32" fmla="*/ 108780 h 482208"/>
                <a:gd name="connsiteX33" fmla="*/ 479287 w 482247"/>
                <a:gd name="connsiteY33" fmla="*/ 108783 h 482208"/>
                <a:gd name="connsiteX34" fmla="*/ 346985 w 482247"/>
                <a:gd name="connsiteY34" fmla="*/ 241114 h 482208"/>
                <a:gd name="connsiteX35" fmla="*/ 479317 w 482247"/>
                <a:gd name="connsiteY35" fmla="*/ 373455 h 482208"/>
                <a:gd name="connsiteX36" fmla="*/ 479321 w 482247"/>
                <a:gd name="connsiteY36" fmla="*/ 387592 h 482208"/>
                <a:gd name="connsiteX37" fmla="*/ 479317 w 482247"/>
                <a:gd name="connsiteY37" fmla="*/ 387596 h 482208"/>
                <a:gd name="connsiteX38" fmla="*/ 387598 w 482247"/>
                <a:gd name="connsiteY38" fmla="*/ 479278 h 482208"/>
                <a:gd name="connsiteX39" fmla="*/ 380525 w 482247"/>
                <a:gd name="connsiteY39" fmla="*/ 482208 h 482208"/>
                <a:gd name="connsiteX40" fmla="*/ 292692 w 482247"/>
                <a:gd name="connsiteY40" fmla="*/ 370270 h 482208"/>
                <a:gd name="connsiteX41" fmla="*/ 293152 w 482247"/>
                <a:gd name="connsiteY41" fmla="*/ 370700 h 482208"/>
                <a:gd name="connsiteX42" fmla="*/ 380525 w 482247"/>
                <a:gd name="connsiteY42" fmla="*/ 458065 h 482208"/>
                <a:gd name="connsiteX43" fmla="*/ 458105 w 482247"/>
                <a:gd name="connsiteY43" fmla="*/ 380526 h 482208"/>
                <a:gd name="connsiteX44" fmla="*/ 325772 w 482247"/>
                <a:gd name="connsiteY44" fmla="*/ 248185 h 482208"/>
                <a:gd name="connsiteX45" fmla="*/ 325770 w 482247"/>
                <a:gd name="connsiteY45" fmla="*/ 234045 h 482208"/>
                <a:gd name="connsiteX46" fmla="*/ 325772 w 482247"/>
                <a:gd name="connsiteY46" fmla="*/ 234043 h 482208"/>
                <a:gd name="connsiteX47" fmla="*/ 458075 w 482247"/>
                <a:gd name="connsiteY47" fmla="*/ 101712 h 482208"/>
                <a:gd name="connsiteX48" fmla="*/ 380535 w 482247"/>
                <a:gd name="connsiteY48" fmla="*/ 24143 h 482208"/>
                <a:gd name="connsiteX49" fmla="*/ 248195 w 482247"/>
                <a:gd name="connsiteY49" fmla="*/ 156474 h 482208"/>
                <a:gd name="connsiteX50" fmla="*/ 234053 w 482247"/>
                <a:gd name="connsiteY50" fmla="*/ 156474 h 482208"/>
                <a:gd name="connsiteX51" fmla="*/ 193152 w 482247"/>
                <a:gd name="connsiteY51" fmla="*/ 115583 h 482208"/>
                <a:gd name="connsiteX0" fmla="*/ 380525 w 482247"/>
                <a:gd name="connsiteY0" fmla="*/ 482208 h 482208"/>
                <a:gd name="connsiteX1" fmla="*/ 24143 w 482247"/>
                <a:gd name="connsiteY1" fmla="*/ 380526 h 482208"/>
                <a:gd name="connsiteX2" fmla="*/ 101721 w 482247"/>
                <a:gd name="connsiteY2" fmla="*/ 458065 h 482208"/>
                <a:gd name="connsiteX3" fmla="*/ 189095 w 482247"/>
                <a:gd name="connsiteY3" fmla="*/ 370700 h 482208"/>
                <a:gd name="connsiteX4" fmla="*/ 189565 w 482247"/>
                <a:gd name="connsiteY4" fmla="*/ 370260 h 482208"/>
                <a:gd name="connsiteX5" fmla="*/ 234053 w 482247"/>
                <a:gd name="connsiteY5" fmla="*/ 325763 h 482208"/>
                <a:gd name="connsiteX6" fmla="*/ 248195 w 482247"/>
                <a:gd name="connsiteY6" fmla="*/ 325763 h 482208"/>
                <a:gd name="connsiteX7" fmla="*/ 292692 w 482247"/>
                <a:gd name="connsiteY7" fmla="*/ 370270 h 482208"/>
                <a:gd name="connsiteX8" fmla="*/ 373454 w 482247"/>
                <a:gd name="connsiteY8" fmla="*/ 479278 h 482208"/>
                <a:gd name="connsiteX9" fmla="*/ 279428 w 482247"/>
                <a:gd name="connsiteY9" fmla="*/ 385262 h 482208"/>
                <a:gd name="connsiteX10" fmla="*/ 278968 w 482247"/>
                <a:gd name="connsiteY10" fmla="*/ 384832 h 482208"/>
                <a:gd name="connsiteX11" fmla="*/ 241124 w 482247"/>
                <a:gd name="connsiteY11" fmla="*/ 346977 h 482208"/>
                <a:gd name="connsiteX12" fmla="*/ 203277 w 482247"/>
                <a:gd name="connsiteY12" fmla="*/ 384834 h 482208"/>
                <a:gd name="connsiteX13" fmla="*/ 202809 w 482247"/>
                <a:gd name="connsiteY13" fmla="*/ 385274 h 482208"/>
                <a:gd name="connsiteX14" fmla="*/ 108793 w 482247"/>
                <a:gd name="connsiteY14" fmla="*/ 479278 h 482208"/>
                <a:gd name="connsiteX15" fmla="*/ 94654 w 482247"/>
                <a:gd name="connsiteY15" fmla="*/ 479282 h 482208"/>
                <a:gd name="connsiteX16" fmla="*/ 94651 w 482247"/>
                <a:gd name="connsiteY16" fmla="*/ 479278 h 482208"/>
                <a:gd name="connsiteX17" fmla="*/ 2930 w 482247"/>
                <a:gd name="connsiteY17" fmla="*/ 387596 h 482208"/>
                <a:gd name="connsiteX18" fmla="*/ 2926 w 482247"/>
                <a:gd name="connsiteY18" fmla="*/ 373459 h 482208"/>
                <a:gd name="connsiteX19" fmla="*/ 2930 w 482247"/>
                <a:gd name="connsiteY19" fmla="*/ 373455 h 482208"/>
                <a:gd name="connsiteX20" fmla="*/ 135260 w 482247"/>
                <a:gd name="connsiteY20" fmla="*/ 241114 h 482208"/>
                <a:gd name="connsiteX21" fmla="*/ 2959 w 482247"/>
                <a:gd name="connsiteY21" fmla="*/ 108783 h 482208"/>
                <a:gd name="connsiteX22" fmla="*/ 2956 w 482247"/>
                <a:gd name="connsiteY22" fmla="*/ 94644 h 482208"/>
                <a:gd name="connsiteX23" fmla="*/ 2959 w 482247"/>
                <a:gd name="connsiteY23" fmla="*/ 94641 h 482208"/>
                <a:gd name="connsiteX24" fmla="*/ 94641 w 482247"/>
                <a:gd name="connsiteY24" fmla="*/ 2930 h 482208"/>
                <a:gd name="connsiteX25" fmla="*/ 108782 w 482247"/>
                <a:gd name="connsiteY25" fmla="*/ 2930 h 482208"/>
                <a:gd name="connsiteX26" fmla="*/ 241124 w 482247"/>
                <a:gd name="connsiteY26" fmla="*/ 135261 h 482208"/>
                <a:gd name="connsiteX27" fmla="*/ 373464 w 482247"/>
                <a:gd name="connsiteY27" fmla="*/ 2930 h 482208"/>
                <a:gd name="connsiteX28" fmla="*/ 387604 w 482247"/>
                <a:gd name="connsiteY28" fmla="*/ 2927 h 482208"/>
                <a:gd name="connsiteX29" fmla="*/ 387606 w 482247"/>
                <a:gd name="connsiteY29" fmla="*/ 2930 h 482208"/>
                <a:gd name="connsiteX30" fmla="*/ 479287 w 482247"/>
                <a:gd name="connsiteY30" fmla="*/ 94641 h 482208"/>
                <a:gd name="connsiteX31" fmla="*/ 479289 w 482247"/>
                <a:gd name="connsiteY31" fmla="*/ 108780 h 482208"/>
                <a:gd name="connsiteX32" fmla="*/ 479287 w 482247"/>
                <a:gd name="connsiteY32" fmla="*/ 108783 h 482208"/>
                <a:gd name="connsiteX33" fmla="*/ 346985 w 482247"/>
                <a:gd name="connsiteY33" fmla="*/ 241114 h 482208"/>
                <a:gd name="connsiteX34" fmla="*/ 479317 w 482247"/>
                <a:gd name="connsiteY34" fmla="*/ 373455 h 482208"/>
                <a:gd name="connsiteX35" fmla="*/ 479321 w 482247"/>
                <a:gd name="connsiteY35" fmla="*/ 387592 h 482208"/>
                <a:gd name="connsiteX36" fmla="*/ 479317 w 482247"/>
                <a:gd name="connsiteY36" fmla="*/ 387596 h 482208"/>
                <a:gd name="connsiteX37" fmla="*/ 387598 w 482247"/>
                <a:gd name="connsiteY37" fmla="*/ 479278 h 482208"/>
                <a:gd name="connsiteX38" fmla="*/ 380525 w 482247"/>
                <a:gd name="connsiteY38" fmla="*/ 482208 h 482208"/>
                <a:gd name="connsiteX39" fmla="*/ 292692 w 482247"/>
                <a:gd name="connsiteY39" fmla="*/ 370270 h 482208"/>
                <a:gd name="connsiteX40" fmla="*/ 293152 w 482247"/>
                <a:gd name="connsiteY40" fmla="*/ 370700 h 482208"/>
                <a:gd name="connsiteX41" fmla="*/ 380525 w 482247"/>
                <a:gd name="connsiteY41" fmla="*/ 458065 h 482208"/>
                <a:gd name="connsiteX42" fmla="*/ 458105 w 482247"/>
                <a:gd name="connsiteY42" fmla="*/ 380526 h 482208"/>
                <a:gd name="connsiteX43" fmla="*/ 325772 w 482247"/>
                <a:gd name="connsiteY43" fmla="*/ 248185 h 482208"/>
                <a:gd name="connsiteX44" fmla="*/ 325770 w 482247"/>
                <a:gd name="connsiteY44" fmla="*/ 234045 h 482208"/>
                <a:gd name="connsiteX45" fmla="*/ 325772 w 482247"/>
                <a:gd name="connsiteY45" fmla="*/ 234043 h 482208"/>
                <a:gd name="connsiteX46" fmla="*/ 458075 w 482247"/>
                <a:gd name="connsiteY46" fmla="*/ 101712 h 482208"/>
                <a:gd name="connsiteX47" fmla="*/ 380535 w 482247"/>
                <a:gd name="connsiteY47" fmla="*/ 24143 h 482208"/>
                <a:gd name="connsiteX48" fmla="*/ 248195 w 482247"/>
                <a:gd name="connsiteY48" fmla="*/ 156474 h 482208"/>
                <a:gd name="connsiteX49" fmla="*/ 234053 w 482247"/>
                <a:gd name="connsiteY49" fmla="*/ 156474 h 482208"/>
                <a:gd name="connsiteX50" fmla="*/ 193152 w 482247"/>
                <a:gd name="connsiteY50" fmla="*/ 115583 h 482208"/>
                <a:gd name="connsiteX0" fmla="*/ 380525 w 482247"/>
                <a:gd name="connsiteY0" fmla="*/ 482208 h 482208"/>
                <a:gd name="connsiteX1" fmla="*/ 101721 w 482247"/>
                <a:gd name="connsiteY1" fmla="*/ 458065 h 482208"/>
                <a:gd name="connsiteX2" fmla="*/ 189095 w 482247"/>
                <a:gd name="connsiteY2" fmla="*/ 370700 h 482208"/>
                <a:gd name="connsiteX3" fmla="*/ 189565 w 482247"/>
                <a:gd name="connsiteY3" fmla="*/ 370260 h 482208"/>
                <a:gd name="connsiteX4" fmla="*/ 234053 w 482247"/>
                <a:gd name="connsiteY4" fmla="*/ 325763 h 482208"/>
                <a:gd name="connsiteX5" fmla="*/ 248195 w 482247"/>
                <a:gd name="connsiteY5" fmla="*/ 325763 h 482208"/>
                <a:gd name="connsiteX6" fmla="*/ 292692 w 482247"/>
                <a:gd name="connsiteY6" fmla="*/ 370270 h 482208"/>
                <a:gd name="connsiteX7" fmla="*/ 373454 w 482247"/>
                <a:gd name="connsiteY7" fmla="*/ 479278 h 482208"/>
                <a:gd name="connsiteX8" fmla="*/ 279428 w 482247"/>
                <a:gd name="connsiteY8" fmla="*/ 385262 h 482208"/>
                <a:gd name="connsiteX9" fmla="*/ 278968 w 482247"/>
                <a:gd name="connsiteY9" fmla="*/ 384832 h 482208"/>
                <a:gd name="connsiteX10" fmla="*/ 241124 w 482247"/>
                <a:gd name="connsiteY10" fmla="*/ 346977 h 482208"/>
                <a:gd name="connsiteX11" fmla="*/ 203277 w 482247"/>
                <a:gd name="connsiteY11" fmla="*/ 384834 h 482208"/>
                <a:gd name="connsiteX12" fmla="*/ 202809 w 482247"/>
                <a:gd name="connsiteY12" fmla="*/ 385274 h 482208"/>
                <a:gd name="connsiteX13" fmla="*/ 108793 w 482247"/>
                <a:gd name="connsiteY13" fmla="*/ 479278 h 482208"/>
                <a:gd name="connsiteX14" fmla="*/ 94654 w 482247"/>
                <a:gd name="connsiteY14" fmla="*/ 479282 h 482208"/>
                <a:gd name="connsiteX15" fmla="*/ 94651 w 482247"/>
                <a:gd name="connsiteY15" fmla="*/ 479278 h 482208"/>
                <a:gd name="connsiteX16" fmla="*/ 2930 w 482247"/>
                <a:gd name="connsiteY16" fmla="*/ 387596 h 482208"/>
                <a:gd name="connsiteX17" fmla="*/ 2926 w 482247"/>
                <a:gd name="connsiteY17" fmla="*/ 373459 h 482208"/>
                <a:gd name="connsiteX18" fmla="*/ 2930 w 482247"/>
                <a:gd name="connsiteY18" fmla="*/ 373455 h 482208"/>
                <a:gd name="connsiteX19" fmla="*/ 135260 w 482247"/>
                <a:gd name="connsiteY19" fmla="*/ 241114 h 482208"/>
                <a:gd name="connsiteX20" fmla="*/ 2959 w 482247"/>
                <a:gd name="connsiteY20" fmla="*/ 108783 h 482208"/>
                <a:gd name="connsiteX21" fmla="*/ 2956 w 482247"/>
                <a:gd name="connsiteY21" fmla="*/ 94644 h 482208"/>
                <a:gd name="connsiteX22" fmla="*/ 2959 w 482247"/>
                <a:gd name="connsiteY22" fmla="*/ 94641 h 482208"/>
                <a:gd name="connsiteX23" fmla="*/ 94641 w 482247"/>
                <a:gd name="connsiteY23" fmla="*/ 2930 h 482208"/>
                <a:gd name="connsiteX24" fmla="*/ 108782 w 482247"/>
                <a:gd name="connsiteY24" fmla="*/ 2930 h 482208"/>
                <a:gd name="connsiteX25" fmla="*/ 241124 w 482247"/>
                <a:gd name="connsiteY25" fmla="*/ 135261 h 482208"/>
                <a:gd name="connsiteX26" fmla="*/ 373464 w 482247"/>
                <a:gd name="connsiteY26" fmla="*/ 2930 h 482208"/>
                <a:gd name="connsiteX27" fmla="*/ 387604 w 482247"/>
                <a:gd name="connsiteY27" fmla="*/ 2927 h 482208"/>
                <a:gd name="connsiteX28" fmla="*/ 387606 w 482247"/>
                <a:gd name="connsiteY28" fmla="*/ 2930 h 482208"/>
                <a:gd name="connsiteX29" fmla="*/ 479287 w 482247"/>
                <a:gd name="connsiteY29" fmla="*/ 94641 h 482208"/>
                <a:gd name="connsiteX30" fmla="*/ 479289 w 482247"/>
                <a:gd name="connsiteY30" fmla="*/ 108780 h 482208"/>
                <a:gd name="connsiteX31" fmla="*/ 479287 w 482247"/>
                <a:gd name="connsiteY31" fmla="*/ 108783 h 482208"/>
                <a:gd name="connsiteX32" fmla="*/ 346985 w 482247"/>
                <a:gd name="connsiteY32" fmla="*/ 241114 h 482208"/>
                <a:gd name="connsiteX33" fmla="*/ 479317 w 482247"/>
                <a:gd name="connsiteY33" fmla="*/ 373455 h 482208"/>
                <a:gd name="connsiteX34" fmla="*/ 479321 w 482247"/>
                <a:gd name="connsiteY34" fmla="*/ 387592 h 482208"/>
                <a:gd name="connsiteX35" fmla="*/ 479317 w 482247"/>
                <a:gd name="connsiteY35" fmla="*/ 387596 h 482208"/>
                <a:gd name="connsiteX36" fmla="*/ 387598 w 482247"/>
                <a:gd name="connsiteY36" fmla="*/ 479278 h 482208"/>
                <a:gd name="connsiteX37" fmla="*/ 380525 w 482247"/>
                <a:gd name="connsiteY37" fmla="*/ 482208 h 482208"/>
                <a:gd name="connsiteX38" fmla="*/ 292692 w 482247"/>
                <a:gd name="connsiteY38" fmla="*/ 370270 h 482208"/>
                <a:gd name="connsiteX39" fmla="*/ 293152 w 482247"/>
                <a:gd name="connsiteY39" fmla="*/ 370700 h 482208"/>
                <a:gd name="connsiteX40" fmla="*/ 380525 w 482247"/>
                <a:gd name="connsiteY40" fmla="*/ 458065 h 482208"/>
                <a:gd name="connsiteX41" fmla="*/ 458105 w 482247"/>
                <a:gd name="connsiteY41" fmla="*/ 380526 h 482208"/>
                <a:gd name="connsiteX42" fmla="*/ 325772 w 482247"/>
                <a:gd name="connsiteY42" fmla="*/ 248185 h 482208"/>
                <a:gd name="connsiteX43" fmla="*/ 325770 w 482247"/>
                <a:gd name="connsiteY43" fmla="*/ 234045 h 482208"/>
                <a:gd name="connsiteX44" fmla="*/ 325772 w 482247"/>
                <a:gd name="connsiteY44" fmla="*/ 234043 h 482208"/>
                <a:gd name="connsiteX45" fmla="*/ 458075 w 482247"/>
                <a:gd name="connsiteY45" fmla="*/ 101712 h 482208"/>
                <a:gd name="connsiteX46" fmla="*/ 380535 w 482247"/>
                <a:gd name="connsiteY46" fmla="*/ 24143 h 482208"/>
                <a:gd name="connsiteX47" fmla="*/ 248195 w 482247"/>
                <a:gd name="connsiteY47" fmla="*/ 156474 h 482208"/>
                <a:gd name="connsiteX48" fmla="*/ 234053 w 482247"/>
                <a:gd name="connsiteY48" fmla="*/ 156474 h 482208"/>
                <a:gd name="connsiteX49" fmla="*/ 193152 w 482247"/>
                <a:gd name="connsiteY49" fmla="*/ 115583 h 482208"/>
                <a:gd name="connsiteX0" fmla="*/ 380525 w 482247"/>
                <a:gd name="connsiteY0" fmla="*/ 482208 h 482208"/>
                <a:gd name="connsiteX1" fmla="*/ 189095 w 482247"/>
                <a:gd name="connsiteY1" fmla="*/ 370700 h 482208"/>
                <a:gd name="connsiteX2" fmla="*/ 189565 w 482247"/>
                <a:gd name="connsiteY2" fmla="*/ 370260 h 482208"/>
                <a:gd name="connsiteX3" fmla="*/ 234053 w 482247"/>
                <a:gd name="connsiteY3" fmla="*/ 325763 h 482208"/>
                <a:gd name="connsiteX4" fmla="*/ 248195 w 482247"/>
                <a:gd name="connsiteY4" fmla="*/ 325763 h 482208"/>
                <a:gd name="connsiteX5" fmla="*/ 292692 w 482247"/>
                <a:gd name="connsiteY5" fmla="*/ 370270 h 482208"/>
                <a:gd name="connsiteX6" fmla="*/ 373454 w 482247"/>
                <a:gd name="connsiteY6" fmla="*/ 479278 h 482208"/>
                <a:gd name="connsiteX7" fmla="*/ 279428 w 482247"/>
                <a:gd name="connsiteY7" fmla="*/ 385262 h 482208"/>
                <a:gd name="connsiteX8" fmla="*/ 278968 w 482247"/>
                <a:gd name="connsiteY8" fmla="*/ 384832 h 482208"/>
                <a:gd name="connsiteX9" fmla="*/ 241124 w 482247"/>
                <a:gd name="connsiteY9" fmla="*/ 346977 h 482208"/>
                <a:gd name="connsiteX10" fmla="*/ 203277 w 482247"/>
                <a:gd name="connsiteY10" fmla="*/ 384834 h 482208"/>
                <a:gd name="connsiteX11" fmla="*/ 202809 w 482247"/>
                <a:gd name="connsiteY11" fmla="*/ 385274 h 482208"/>
                <a:gd name="connsiteX12" fmla="*/ 108793 w 482247"/>
                <a:gd name="connsiteY12" fmla="*/ 479278 h 482208"/>
                <a:gd name="connsiteX13" fmla="*/ 94654 w 482247"/>
                <a:gd name="connsiteY13" fmla="*/ 479282 h 482208"/>
                <a:gd name="connsiteX14" fmla="*/ 94651 w 482247"/>
                <a:gd name="connsiteY14" fmla="*/ 479278 h 482208"/>
                <a:gd name="connsiteX15" fmla="*/ 2930 w 482247"/>
                <a:gd name="connsiteY15" fmla="*/ 387596 h 482208"/>
                <a:gd name="connsiteX16" fmla="*/ 2926 w 482247"/>
                <a:gd name="connsiteY16" fmla="*/ 373459 h 482208"/>
                <a:gd name="connsiteX17" fmla="*/ 2930 w 482247"/>
                <a:gd name="connsiteY17" fmla="*/ 373455 h 482208"/>
                <a:gd name="connsiteX18" fmla="*/ 135260 w 482247"/>
                <a:gd name="connsiteY18" fmla="*/ 241114 h 482208"/>
                <a:gd name="connsiteX19" fmla="*/ 2959 w 482247"/>
                <a:gd name="connsiteY19" fmla="*/ 108783 h 482208"/>
                <a:gd name="connsiteX20" fmla="*/ 2956 w 482247"/>
                <a:gd name="connsiteY20" fmla="*/ 94644 h 482208"/>
                <a:gd name="connsiteX21" fmla="*/ 2959 w 482247"/>
                <a:gd name="connsiteY21" fmla="*/ 94641 h 482208"/>
                <a:gd name="connsiteX22" fmla="*/ 94641 w 482247"/>
                <a:gd name="connsiteY22" fmla="*/ 2930 h 482208"/>
                <a:gd name="connsiteX23" fmla="*/ 108782 w 482247"/>
                <a:gd name="connsiteY23" fmla="*/ 2930 h 482208"/>
                <a:gd name="connsiteX24" fmla="*/ 241124 w 482247"/>
                <a:gd name="connsiteY24" fmla="*/ 135261 h 482208"/>
                <a:gd name="connsiteX25" fmla="*/ 373464 w 482247"/>
                <a:gd name="connsiteY25" fmla="*/ 2930 h 482208"/>
                <a:gd name="connsiteX26" fmla="*/ 387604 w 482247"/>
                <a:gd name="connsiteY26" fmla="*/ 2927 h 482208"/>
                <a:gd name="connsiteX27" fmla="*/ 387606 w 482247"/>
                <a:gd name="connsiteY27" fmla="*/ 2930 h 482208"/>
                <a:gd name="connsiteX28" fmla="*/ 479287 w 482247"/>
                <a:gd name="connsiteY28" fmla="*/ 94641 h 482208"/>
                <a:gd name="connsiteX29" fmla="*/ 479289 w 482247"/>
                <a:gd name="connsiteY29" fmla="*/ 108780 h 482208"/>
                <a:gd name="connsiteX30" fmla="*/ 479287 w 482247"/>
                <a:gd name="connsiteY30" fmla="*/ 108783 h 482208"/>
                <a:gd name="connsiteX31" fmla="*/ 346985 w 482247"/>
                <a:gd name="connsiteY31" fmla="*/ 241114 h 482208"/>
                <a:gd name="connsiteX32" fmla="*/ 479317 w 482247"/>
                <a:gd name="connsiteY32" fmla="*/ 373455 h 482208"/>
                <a:gd name="connsiteX33" fmla="*/ 479321 w 482247"/>
                <a:gd name="connsiteY33" fmla="*/ 387592 h 482208"/>
                <a:gd name="connsiteX34" fmla="*/ 479317 w 482247"/>
                <a:gd name="connsiteY34" fmla="*/ 387596 h 482208"/>
                <a:gd name="connsiteX35" fmla="*/ 387598 w 482247"/>
                <a:gd name="connsiteY35" fmla="*/ 479278 h 482208"/>
                <a:gd name="connsiteX36" fmla="*/ 380525 w 482247"/>
                <a:gd name="connsiteY36" fmla="*/ 482208 h 482208"/>
                <a:gd name="connsiteX37" fmla="*/ 292692 w 482247"/>
                <a:gd name="connsiteY37" fmla="*/ 370270 h 482208"/>
                <a:gd name="connsiteX38" fmla="*/ 293152 w 482247"/>
                <a:gd name="connsiteY38" fmla="*/ 370700 h 482208"/>
                <a:gd name="connsiteX39" fmla="*/ 380525 w 482247"/>
                <a:gd name="connsiteY39" fmla="*/ 458065 h 482208"/>
                <a:gd name="connsiteX40" fmla="*/ 458105 w 482247"/>
                <a:gd name="connsiteY40" fmla="*/ 380526 h 482208"/>
                <a:gd name="connsiteX41" fmla="*/ 325772 w 482247"/>
                <a:gd name="connsiteY41" fmla="*/ 248185 h 482208"/>
                <a:gd name="connsiteX42" fmla="*/ 325770 w 482247"/>
                <a:gd name="connsiteY42" fmla="*/ 234045 h 482208"/>
                <a:gd name="connsiteX43" fmla="*/ 325772 w 482247"/>
                <a:gd name="connsiteY43" fmla="*/ 234043 h 482208"/>
                <a:gd name="connsiteX44" fmla="*/ 458075 w 482247"/>
                <a:gd name="connsiteY44" fmla="*/ 101712 h 482208"/>
                <a:gd name="connsiteX45" fmla="*/ 380535 w 482247"/>
                <a:gd name="connsiteY45" fmla="*/ 24143 h 482208"/>
                <a:gd name="connsiteX46" fmla="*/ 248195 w 482247"/>
                <a:gd name="connsiteY46" fmla="*/ 156474 h 482208"/>
                <a:gd name="connsiteX47" fmla="*/ 234053 w 482247"/>
                <a:gd name="connsiteY47" fmla="*/ 156474 h 482208"/>
                <a:gd name="connsiteX48" fmla="*/ 193152 w 482247"/>
                <a:gd name="connsiteY48" fmla="*/ 115583 h 482208"/>
                <a:gd name="connsiteX0" fmla="*/ 380525 w 482247"/>
                <a:gd name="connsiteY0" fmla="*/ 482208 h 482208"/>
                <a:gd name="connsiteX1" fmla="*/ 189095 w 482247"/>
                <a:gd name="connsiteY1" fmla="*/ 370700 h 482208"/>
                <a:gd name="connsiteX2" fmla="*/ 234053 w 482247"/>
                <a:gd name="connsiteY2" fmla="*/ 325763 h 482208"/>
                <a:gd name="connsiteX3" fmla="*/ 248195 w 482247"/>
                <a:gd name="connsiteY3" fmla="*/ 325763 h 482208"/>
                <a:gd name="connsiteX4" fmla="*/ 292692 w 482247"/>
                <a:gd name="connsiteY4" fmla="*/ 370270 h 482208"/>
                <a:gd name="connsiteX5" fmla="*/ 373454 w 482247"/>
                <a:gd name="connsiteY5" fmla="*/ 479278 h 482208"/>
                <a:gd name="connsiteX6" fmla="*/ 279428 w 482247"/>
                <a:gd name="connsiteY6" fmla="*/ 385262 h 482208"/>
                <a:gd name="connsiteX7" fmla="*/ 278968 w 482247"/>
                <a:gd name="connsiteY7" fmla="*/ 384832 h 482208"/>
                <a:gd name="connsiteX8" fmla="*/ 241124 w 482247"/>
                <a:gd name="connsiteY8" fmla="*/ 346977 h 482208"/>
                <a:gd name="connsiteX9" fmla="*/ 203277 w 482247"/>
                <a:gd name="connsiteY9" fmla="*/ 384834 h 482208"/>
                <a:gd name="connsiteX10" fmla="*/ 202809 w 482247"/>
                <a:gd name="connsiteY10" fmla="*/ 385274 h 482208"/>
                <a:gd name="connsiteX11" fmla="*/ 108793 w 482247"/>
                <a:gd name="connsiteY11" fmla="*/ 479278 h 482208"/>
                <a:gd name="connsiteX12" fmla="*/ 94654 w 482247"/>
                <a:gd name="connsiteY12" fmla="*/ 479282 h 482208"/>
                <a:gd name="connsiteX13" fmla="*/ 94651 w 482247"/>
                <a:gd name="connsiteY13" fmla="*/ 479278 h 482208"/>
                <a:gd name="connsiteX14" fmla="*/ 2930 w 482247"/>
                <a:gd name="connsiteY14" fmla="*/ 387596 h 482208"/>
                <a:gd name="connsiteX15" fmla="*/ 2926 w 482247"/>
                <a:gd name="connsiteY15" fmla="*/ 373459 h 482208"/>
                <a:gd name="connsiteX16" fmla="*/ 2930 w 482247"/>
                <a:gd name="connsiteY16" fmla="*/ 373455 h 482208"/>
                <a:gd name="connsiteX17" fmla="*/ 135260 w 482247"/>
                <a:gd name="connsiteY17" fmla="*/ 241114 h 482208"/>
                <a:gd name="connsiteX18" fmla="*/ 2959 w 482247"/>
                <a:gd name="connsiteY18" fmla="*/ 108783 h 482208"/>
                <a:gd name="connsiteX19" fmla="*/ 2956 w 482247"/>
                <a:gd name="connsiteY19" fmla="*/ 94644 h 482208"/>
                <a:gd name="connsiteX20" fmla="*/ 2959 w 482247"/>
                <a:gd name="connsiteY20" fmla="*/ 94641 h 482208"/>
                <a:gd name="connsiteX21" fmla="*/ 94641 w 482247"/>
                <a:gd name="connsiteY21" fmla="*/ 2930 h 482208"/>
                <a:gd name="connsiteX22" fmla="*/ 108782 w 482247"/>
                <a:gd name="connsiteY22" fmla="*/ 2930 h 482208"/>
                <a:gd name="connsiteX23" fmla="*/ 241124 w 482247"/>
                <a:gd name="connsiteY23" fmla="*/ 135261 h 482208"/>
                <a:gd name="connsiteX24" fmla="*/ 373464 w 482247"/>
                <a:gd name="connsiteY24" fmla="*/ 2930 h 482208"/>
                <a:gd name="connsiteX25" fmla="*/ 387604 w 482247"/>
                <a:gd name="connsiteY25" fmla="*/ 2927 h 482208"/>
                <a:gd name="connsiteX26" fmla="*/ 387606 w 482247"/>
                <a:gd name="connsiteY26" fmla="*/ 2930 h 482208"/>
                <a:gd name="connsiteX27" fmla="*/ 479287 w 482247"/>
                <a:gd name="connsiteY27" fmla="*/ 94641 h 482208"/>
                <a:gd name="connsiteX28" fmla="*/ 479289 w 482247"/>
                <a:gd name="connsiteY28" fmla="*/ 108780 h 482208"/>
                <a:gd name="connsiteX29" fmla="*/ 479287 w 482247"/>
                <a:gd name="connsiteY29" fmla="*/ 108783 h 482208"/>
                <a:gd name="connsiteX30" fmla="*/ 346985 w 482247"/>
                <a:gd name="connsiteY30" fmla="*/ 241114 h 482208"/>
                <a:gd name="connsiteX31" fmla="*/ 479317 w 482247"/>
                <a:gd name="connsiteY31" fmla="*/ 373455 h 482208"/>
                <a:gd name="connsiteX32" fmla="*/ 479321 w 482247"/>
                <a:gd name="connsiteY32" fmla="*/ 387592 h 482208"/>
                <a:gd name="connsiteX33" fmla="*/ 479317 w 482247"/>
                <a:gd name="connsiteY33" fmla="*/ 387596 h 482208"/>
                <a:gd name="connsiteX34" fmla="*/ 387598 w 482247"/>
                <a:gd name="connsiteY34" fmla="*/ 479278 h 482208"/>
                <a:gd name="connsiteX35" fmla="*/ 380525 w 482247"/>
                <a:gd name="connsiteY35" fmla="*/ 482208 h 482208"/>
                <a:gd name="connsiteX36" fmla="*/ 292692 w 482247"/>
                <a:gd name="connsiteY36" fmla="*/ 370270 h 482208"/>
                <a:gd name="connsiteX37" fmla="*/ 293152 w 482247"/>
                <a:gd name="connsiteY37" fmla="*/ 370700 h 482208"/>
                <a:gd name="connsiteX38" fmla="*/ 380525 w 482247"/>
                <a:gd name="connsiteY38" fmla="*/ 458065 h 482208"/>
                <a:gd name="connsiteX39" fmla="*/ 458105 w 482247"/>
                <a:gd name="connsiteY39" fmla="*/ 380526 h 482208"/>
                <a:gd name="connsiteX40" fmla="*/ 325772 w 482247"/>
                <a:gd name="connsiteY40" fmla="*/ 248185 h 482208"/>
                <a:gd name="connsiteX41" fmla="*/ 325770 w 482247"/>
                <a:gd name="connsiteY41" fmla="*/ 234045 h 482208"/>
                <a:gd name="connsiteX42" fmla="*/ 325772 w 482247"/>
                <a:gd name="connsiteY42" fmla="*/ 234043 h 482208"/>
                <a:gd name="connsiteX43" fmla="*/ 458075 w 482247"/>
                <a:gd name="connsiteY43" fmla="*/ 101712 h 482208"/>
                <a:gd name="connsiteX44" fmla="*/ 380535 w 482247"/>
                <a:gd name="connsiteY44" fmla="*/ 24143 h 482208"/>
                <a:gd name="connsiteX45" fmla="*/ 248195 w 482247"/>
                <a:gd name="connsiteY45" fmla="*/ 156474 h 482208"/>
                <a:gd name="connsiteX46" fmla="*/ 234053 w 482247"/>
                <a:gd name="connsiteY46" fmla="*/ 156474 h 482208"/>
                <a:gd name="connsiteX47" fmla="*/ 193152 w 482247"/>
                <a:gd name="connsiteY47" fmla="*/ 115583 h 482208"/>
                <a:gd name="connsiteX0" fmla="*/ 380525 w 482247"/>
                <a:gd name="connsiteY0" fmla="*/ 482208 h 482208"/>
                <a:gd name="connsiteX1" fmla="*/ 189095 w 482247"/>
                <a:gd name="connsiteY1" fmla="*/ 370700 h 482208"/>
                <a:gd name="connsiteX2" fmla="*/ 234053 w 482247"/>
                <a:gd name="connsiteY2" fmla="*/ 325763 h 482208"/>
                <a:gd name="connsiteX3" fmla="*/ 292692 w 482247"/>
                <a:gd name="connsiteY3" fmla="*/ 370270 h 482208"/>
                <a:gd name="connsiteX4" fmla="*/ 373454 w 482247"/>
                <a:gd name="connsiteY4" fmla="*/ 479278 h 482208"/>
                <a:gd name="connsiteX5" fmla="*/ 279428 w 482247"/>
                <a:gd name="connsiteY5" fmla="*/ 385262 h 482208"/>
                <a:gd name="connsiteX6" fmla="*/ 278968 w 482247"/>
                <a:gd name="connsiteY6" fmla="*/ 384832 h 482208"/>
                <a:gd name="connsiteX7" fmla="*/ 241124 w 482247"/>
                <a:gd name="connsiteY7" fmla="*/ 346977 h 482208"/>
                <a:gd name="connsiteX8" fmla="*/ 203277 w 482247"/>
                <a:gd name="connsiteY8" fmla="*/ 384834 h 482208"/>
                <a:gd name="connsiteX9" fmla="*/ 202809 w 482247"/>
                <a:gd name="connsiteY9" fmla="*/ 385274 h 482208"/>
                <a:gd name="connsiteX10" fmla="*/ 108793 w 482247"/>
                <a:gd name="connsiteY10" fmla="*/ 479278 h 482208"/>
                <a:gd name="connsiteX11" fmla="*/ 94654 w 482247"/>
                <a:gd name="connsiteY11" fmla="*/ 479282 h 482208"/>
                <a:gd name="connsiteX12" fmla="*/ 94651 w 482247"/>
                <a:gd name="connsiteY12" fmla="*/ 479278 h 482208"/>
                <a:gd name="connsiteX13" fmla="*/ 2930 w 482247"/>
                <a:gd name="connsiteY13" fmla="*/ 387596 h 482208"/>
                <a:gd name="connsiteX14" fmla="*/ 2926 w 482247"/>
                <a:gd name="connsiteY14" fmla="*/ 373459 h 482208"/>
                <a:gd name="connsiteX15" fmla="*/ 2930 w 482247"/>
                <a:gd name="connsiteY15" fmla="*/ 373455 h 482208"/>
                <a:gd name="connsiteX16" fmla="*/ 135260 w 482247"/>
                <a:gd name="connsiteY16" fmla="*/ 241114 h 482208"/>
                <a:gd name="connsiteX17" fmla="*/ 2959 w 482247"/>
                <a:gd name="connsiteY17" fmla="*/ 108783 h 482208"/>
                <a:gd name="connsiteX18" fmla="*/ 2956 w 482247"/>
                <a:gd name="connsiteY18" fmla="*/ 94644 h 482208"/>
                <a:gd name="connsiteX19" fmla="*/ 2959 w 482247"/>
                <a:gd name="connsiteY19" fmla="*/ 94641 h 482208"/>
                <a:gd name="connsiteX20" fmla="*/ 94641 w 482247"/>
                <a:gd name="connsiteY20" fmla="*/ 2930 h 482208"/>
                <a:gd name="connsiteX21" fmla="*/ 108782 w 482247"/>
                <a:gd name="connsiteY21" fmla="*/ 2930 h 482208"/>
                <a:gd name="connsiteX22" fmla="*/ 241124 w 482247"/>
                <a:gd name="connsiteY22" fmla="*/ 135261 h 482208"/>
                <a:gd name="connsiteX23" fmla="*/ 373464 w 482247"/>
                <a:gd name="connsiteY23" fmla="*/ 2930 h 482208"/>
                <a:gd name="connsiteX24" fmla="*/ 387604 w 482247"/>
                <a:gd name="connsiteY24" fmla="*/ 2927 h 482208"/>
                <a:gd name="connsiteX25" fmla="*/ 387606 w 482247"/>
                <a:gd name="connsiteY25" fmla="*/ 2930 h 482208"/>
                <a:gd name="connsiteX26" fmla="*/ 479287 w 482247"/>
                <a:gd name="connsiteY26" fmla="*/ 94641 h 482208"/>
                <a:gd name="connsiteX27" fmla="*/ 479289 w 482247"/>
                <a:gd name="connsiteY27" fmla="*/ 108780 h 482208"/>
                <a:gd name="connsiteX28" fmla="*/ 479287 w 482247"/>
                <a:gd name="connsiteY28" fmla="*/ 108783 h 482208"/>
                <a:gd name="connsiteX29" fmla="*/ 346985 w 482247"/>
                <a:gd name="connsiteY29" fmla="*/ 241114 h 482208"/>
                <a:gd name="connsiteX30" fmla="*/ 479317 w 482247"/>
                <a:gd name="connsiteY30" fmla="*/ 373455 h 482208"/>
                <a:gd name="connsiteX31" fmla="*/ 479321 w 482247"/>
                <a:gd name="connsiteY31" fmla="*/ 387592 h 482208"/>
                <a:gd name="connsiteX32" fmla="*/ 479317 w 482247"/>
                <a:gd name="connsiteY32" fmla="*/ 387596 h 482208"/>
                <a:gd name="connsiteX33" fmla="*/ 387598 w 482247"/>
                <a:gd name="connsiteY33" fmla="*/ 479278 h 482208"/>
                <a:gd name="connsiteX34" fmla="*/ 380525 w 482247"/>
                <a:gd name="connsiteY34" fmla="*/ 482208 h 482208"/>
                <a:gd name="connsiteX35" fmla="*/ 292692 w 482247"/>
                <a:gd name="connsiteY35" fmla="*/ 370270 h 482208"/>
                <a:gd name="connsiteX36" fmla="*/ 293152 w 482247"/>
                <a:gd name="connsiteY36" fmla="*/ 370700 h 482208"/>
                <a:gd name="connsiteX37" fmla="*/ 380525 w 482247"/>
                <a:gd name="connsiteY37" fmla="*/ 458065 h 482208"/>
                <a:gd name="connsiteX38" fmla="*/ 458105 w 482247"/>
                <a:gd name="connsiteY38" fmla="*/ 380526 h 482208"/>
                <a:gd name="connsiteX39" fmla="*/ 325772 w 482247"/>
                <a:gd name="connsiteY39" fmla="*/ 248185 h 482208"/>
                <a:gd name="connsiteX40" fmla="*/ 325770 w 482247"/>
                <a:gd name="connsiteY40" fmla="*/ 234045 h 482208"/>
                <a:gd name="connsiteX41" fmla="*/ 325772 w 482247"/>
                <a:gd name="connsiteY41" fmla="*/ 234043 h 482208"/>
                <a:gd name="connsiteX42" fmla="*/ 458075 w 482247"/>
                <a:gd name="connsiteY42" fmla="*/ 101712 h 482208"/>
                <a:gd name="connsiteX43" fmla="*/ 380535 w 482247"/>
                <a:gd name="connsiteY43" fmla="*/ 24143 h 482208"/>
                <a:gd name="connsiteX44" fmla="*/ 248195 w 482247"/>
                <a:gd name="connsiteY44" fmla="*/ 156474 h 482208"/>
                <a:gd name="connsiteX45" fmla="*/ 234053 w 482247"/>
                <a:gd name="connsiteY45" fmla="*/ 156474 h 482208"/>
                <a:gd name="connsiteX46" fmla="*/ 193152 w 482247"/>
                <a:gd name="connsiteY46" fmla="*/ 115583 h 482208"/>
                <a:gd name="connsiteX0" fmla="*/ 380525 w 482247"/>
                <a:gd name="connsiteY0" fmla="*/ 482208 h 482208"/>
                <a:gd name="connsiteX1" fmla="*/ 189095 w 482247"/>
                <a:gd name="connsiteY1" fmla="*/ 370700 h 482208"/>
                <a:gd name="connsiteX2" fmla="*/ 234053 w 482247"/>
                <a:gd name="connsiteY2" fmla="*/ 325763 h 482208"/>
                <a:gd name="connsiteX3" fmla="*/ 292692 w 482247"/>
                <a:gd name="connsiteY3" fmla="*/ 370270 h 482208"/>
                <a:gd name="connsiteX4" fmla="*/ 373454 w 482247"/>
                <a:gd name="connsiteY4" fmla="*/ 479278 h 482208"/>
                <a:gd name="connsiteX5" fmla="*/ 279428 w 482247"/>
                <a:gd name="connsiteY5" fmla="*/ 385262 h 482208"/>
                <a:gd name="connsiteX6" fmla="*/ 278968 w 482247"/>
                <a:gd name="connsiteY6" fmla="*/ 384832 h 482208"/>
                <a:gd name="connsiteX7" fmla="*/ 241124 w 482247"/>
                <a:gd name="connsiteY7" fmla="*/ 346977 h 482208"/>
                <a:gd name="connsiteX8" fmla="*/ 203277 w 482247"/>
                <a:gd name="connsiteY8" fmla="*/ 384834 h 482208"/>
                <a:gd name="connsiteX9" fmla="*/ 108793 w 482247"/>
                <a:gd name="connsiteY9" fmla="*/ 479278 h 482208"/>
                <a:gd name="connsiteX10" fmla="*/ 94654 w 482247"/>
                <a:gd name="connsiteY10" fmla="*/ 479282 h 482208"/>
                <a:gd name="connsiteX11" fmla="*/ 94651 w 482247"/>
                <a:gd name="connsiteY11" fmla="*/ 479278 h 482208"/>
                <a:gd name="connsiteX12" fmla="*/ 2930 w 482247"/>
                <a:gd name="connsiteY12" fmla="*/ 387596 h 482208"/>
                <a:gd name="connsiteX13" fmla="*/ 2926 w 482247"/>
                <a:gd name="connsiteY13" fmla="*/ 373459 h 482208"/>
                <a:gd name="connsiteX14" fmla="*/ 2930 w 482247"/>
                <a:gd name="connsiteY14" fmla="*/ 373455 h 482208"/>
                <a:gd name="connsiteX15" fmla="*/ 135260 w 482247"/>
                <a:gd name="connsiteY15" fmla="*/ 241114 h 482208"/>
                <a:gd name="connsiteX16" fmla="*/ 2959 w 482247"/>
                <a:gd name="connsiteY16" fmla="*/ 108783 h 482208"/>
                <a:gd name="connsiteX17" fmla="*/ 2956 w 482247"/>
                <a:gd name="connsiteY17" fmla="*/ 94644 h 482208"/>
                <a:gd name="connsiteX18" fmla="*/ 2959 w 482247"/>
                <a:gd name="connsiteY18" fmla="*/ 94641 h 482208"/>
                <a:gd name="connsiteX19" fmla="*/ 94641 w 482247"/>
                <a:gd name="connsiteY19" fmla="*/ 2930 h 482208"/>
                <a:gd name="connsiteX20" fmla="*/ 108782 w 482247"/>
                <a:gd name="connsiteY20" fmla="*/ 2930 h 482208"/>
                <a:gd name="connsiteX21" fmla="*/ 241124 w 482247"/>
                <a:gd name="connsiteY21" fmla="*/ 135261 h 482208"/>
                <a:gd name="connsiteX22" fmla="*/ 373464 w 482247"/>
                <a:gd name="connsiteY22" fmla="*/ 2930 h 482208"/>
                <a:gd name="connsiteX23" fmla="*/ 387604 w 482247"/>
                <a:gd name="connsiteY23" fmla="*/ 2927 h 482208"/>
                <a:gd name="connsiteX24" fmla="*/ 387606 w 482247"/>
                <a:gd name="connsiteY24" fmla="*/ 2930 h 482208"/>
                <a:gd name="connsiteX25" fmla="*/ 479287 w 482247"/>
                <a:gd name="connsiteY25" fmla="*/ 94641 h 482208"/>
                <a:gd name="connsiteX26" fmla="*/ 479289 w 482247"/>
                <a:gd name="connsiteY26" fmla="*/ 108780 h 482208"/>
                <a:gd name="connsiteX27" fmla="*/ 479287 w 482247"/>
                <a:gd name="connsiteY27" fmla="*/ 108783 h 482208"/>
                <a:gd name="connsiteX28" fmla="*/ 346985 w 482247"/>
                <a:gd name="connsiteY28" fmla="*/ 241114 h 482208"/>
                <a:gd name="connsiteX29" fmla="*/ 479317 w 482247"/>
                <a:gd name="connsiteY29" fmla="*/ 373455 h 482208"/>
                <a:gd name="connsiteX30" fmla="*/ 479321 w 482247"/>
                <a:gd name="connsiteY30" fmla="*/ 387592 h 482208"/>
                <a:gd name="connsiteX31" fmla="*/ 479317 w 482247"/>
                <a:gd name="connsiteY31" fmla="*/ 387596 h 482208"/>
                <a:gd name="connsiteX32" fmla="*/ 387598 w 482247"/>
                <a:gd name="connsiteY32" fmla="*/ 479278 h 482208"/>
                <a:gd name="connsiteX33" fmla="*/ 380525 w 482247"/>
                <a:gd name="connsiteY33" fmla="*/ 482208 h 482208"/>
                <a:gd name="connsiteX34" fmla="*/ 292692 w 482247"/>
                <a:gd name="connsiteY34" fmla="*/ 370270 h 482208"/>
                <a:gd name="connsiteX35" fmla="*/ 293152 w 482247"/>
                <a:gd name="connsiteY35" fmla="*/ 370700 h 482208"/>
                <a:gd name="connsiteX36" fmla="*/ 380525 w 482247"/>
                <a:gd name="connsiteY36" fmla="*/ 458065 h 482208"/>
                <a:gd name="connsiteX37" fmla="*/ 458105 w 482247"/>
                <a:gd name="connsiteY37" fmla="*/ 380526 h 482208"/>
                <a:gd name="connsiteX38" fmla="*/ 325772 w 482247"/>
                <a:gd name="connsiteY38" fmla="*/ 248185 h 482208"/>
                <a:gd name="connsiteX39" fmla="*/ 325770 w 482247"/>
                <a:gd name="connsiteY39" fmla="*/ 234045 h 482208"/>
                <a:gd name="connsiteX40" fmla="*/ 325772 w 482247"/>
                <a:gd name="connsiteY40" fmla="*/ 234043 h 482208"/>
                <a:gd name="connsiteX41" fmla="*/ 458075 w 482247"/>
                <a:gd name="connsiteY41" fmla="*/ 101712 h 482208"/>
                <a:gd name="connsiteX42" fmla="*/ 380535 w 482247"/>
                <a:gd name="connsiteY42" fmla="*/ 24143 h 482208"/>
                <a:gd name="connsiteX43" fmla="*/ 248195 w 482247"/>
                <a:gd name="connsiteY43" fmla="*/ 156474 h 482208"/>
                <a:gd name="connsiteX44" fmla="*/ 234053 w 482247"/>
                <a:gd name="connsiteY44" fmla="*/ 156474 h 482208"/>
                <a:gd name="connsiteX45" fmla="*/ 193152 w 482247"/>
                <a:gd name="connsiteY45" fmla="*/ 115583 h 482208"/>
                <a:gd name="connsiteX0" fmla="*/ 380525 w 482247"/>
                <a:gd name="connsiteY0" fmla="*/ 482208 h 482208"/>
                <a:gd name="connsiteX1" fmla="*/ 189095 w 482247"/>
                <a:gd name="connsiteY1" fmla="*/ 370700 h 482208"/>
                <a:gd name="connsiteX2" fmla="*/ 292692 w 482247"/>
                <a:gd name="connsiteY2" fmla="*/ 370270 h 482208"/>
                <a:gd name="connsiteX3" fmla="*/ 373454 w 482247"/>
                <a:gd name="connsiteY3" fmla="*/ 479278 h 482208"/>
                <a:gd name="connsiteX4" fmla="*/ 279428 w 482247"/>
                <a:gd name="connsiteY4" fmla="*/ 385262 h 482208"/>
                <a:gd name="connsiteX5" fmla="*/ 278968 w 482247"/>
                <a:gd name="connsiteY5" fmla="*/ 384832 h 482208"/>
                <a:gd name="connsiteX6" fmla="*/ 241124 w 482247"/>
                <a:gd name="connsiteY6" fmla="*/ 346977 h 482208"/>
                <a:gd name="connsiteX7" fmla="*/ 203277 w 482247"/>
                <a:gd name="connsiteY7" fmla="*/ 384834 h 482208"/>
                <a:gd name="connsiteX8" fmla="*/ 108793 w 482247"/>
                <a:gd name="connsiteY8" fmla="*/ 479278 h 482208"/>
                <a:gd name="connsiteX9" fmla="*/ 94654 w 482247"/>
                <a:gd name="connsiteY9" fmla="*/ 479282 h 482208"/>
                <a:gd name="connsiteX10" fmla="*/ 94651 w 482247"/>
                <a:gd name="connsiteY10" fmla="*/ 479278 h 482208"/>
                <a:gd name="connsiteX11" fmla="*/ 2930 w 482247"/>
                <a:gd name="connsiteY11" fmla="*/ 387596 h 482208"/>
                <a:gd name="connsiteX12" fmla="*/ 2926 w 482247"/>
                <a:gd name="connsiteY12" fmla="*/ 373459 h 482208"/>
                <a:gd name="connsiteX13" fmla="*/ 2930 w 482247"/>
                <a:gd name="connsiteY13" fmla="*/ 373455 h 482208"/>
                <a:gd name="connsiteX14" fmla="*/ 135260 w 482247"/>
                <a:gd name="connsiteY14" fmla="*/ 241114 h 482208"/>
                <a:gd name="connsiteX15" fmla="*/ 2959 w 482247"/>
                <a:gd name="connsiteY15" fmla="*/ 108783 h 482208"/>
                <a:gd name="connsiteX16" fmla="*/ 2956 w 482247"/>
                <a:gd name="connsiteY16" fmla="*/ 94644 h 482208"/>
                <a:gd name="connsiteX17" fmla="*/ 2959 w 482247"/>
                <a:gd name="connsiteY17" fmla="*/ 94641 h 482208"/>
                <a:gd name="connsiteX18" fmla="*/ 94641 w 482247"/>
                <a:gd name="connsiteY18" fmla="*/ 2930 h 482208"/>
                <a:gd name="connsiteX19" fmla="*/ 108782 w 482247"/>
                <a:gd name="connsiteY19" fmla="*/ 2930 h 482208"/>
                <a:gd name="connsiteX20" fmla="*/ 241124 w 482247"/>
                <a:gd name="connsiteY20" fmla="*/ 135261 h 482208"/>
                <a:gd name="connsiteX21" fmla="*/ 373464 w 482247"/>
                <a:gd name="connsiteY21" fmla="*/ 2930 h 482208"/>
                <a:gd name="connsiteX22" fmla="*/ 387604 w 482247"/>
                <a:gd name="connsiteY22" fmla="*/ 2927 h 482208"/>
                <a:gd name="connsiteX23" fmla="*/ 387606 w 482247"/>
                <a:gd name="connsiteY23" fmla="*/ 2930 h 482208"/>
                <a:gd name="connsiteX24" fmla="*/ 479287 w 482247"/>
                <a:gd name="connsiteY24" fmla="*/ 94641 h 482208"/>
                <a:gd name="connsiteX25" fmla="*/ 479289 w 482247"/>
                <a:gd name="connsiteY25" fmla="*/ 108780 h 482208"/>
                <a:gd name="connsiteX26" fmla="*/ 479287 w 482247"/>
                <a:gd name="connsiteY26" fmla="*/ 108783 h 482208"/>
                <a:gd name="connsiteX27" fmla="*/ 346985 w 482247"/>
                <a:gd name="connsiteY27" fmla="*/ 241114 h 482208"/>
                <a:gd name="connsiteX28" fmla="*/ 479317 w 482247"/>
                <a:gd name="connsiteY28" fmla="*/ 373455 h 482208"/>
                <a:gd name="connsiteX29" fmla="*/ 479321 w 482247"/>
                <a:gd name="connsiteY29" fmla="*/ 387592 h 482208"/>
                <a:gd name="connsiteX30" fmla="*/ 479317 w 482247"/>
                <a:gd name="connsiteY30" fmla="*/ 387596 h 482208"/>
                <a:gd name="connsiteX31" fmla="*/ 387598 w 482247"/>
                <a:gd name="connsiteY31" fmla="*/ 479278 h 482208"/>
                <a:gd name="connsiteX32" fmla="*/ 380525 w 482247"/>
                <a:gd name="connsiteY32" fmla="*/ 482208 h 482208"/>
                <a:gd name="connsiteX33" fmla="*/ 292692 w 482247"/>
                <a:gd name="connsiteY33" fmla="*/ 370270 h 482208"/>
                <a:gd name="connsiteX34" fmla="*/ 293152 w 482247"/>
                <a:gd name="connsiteY34" fmla="*/ 370700 h 482208"/>
                <a:gd name="connsiteX35" fmla="*/ 380525 w 482247"/>
                <a:gd name="connsiteY35" fmla="*/ 458065 h 482208"/>
                <a:gd name="connsiteX36" fmla="*/ 458105 w 482247"/>
                <a:gd name="connsiteY36" fmla="*/ 380526 h 482208"/>
                <a:gd name="connsiteX37" fmla="*/ 325772 w 482247"/>
                <a:gd name="connsiteY37" fmla="*/ 248185 h 482208"/>
                <a:gd name="connsiteX38" fmla="*/ 325770 w 482247"/>
                <a:gd name="connsiteY38" fmla="*/ 234045 h 482208"/>
                <a:gd name="connsiteX39" fmla="*/ 325772 w 482247"/>
                <a:gd name="connsiteY39" fmla="*/ 234043 h 482208"/>
                <a:gd name="connsiteX40" fmla="*/ 458075 w 482247"/>
                <a:gd name="connsiteY40" fmla="*/ 101712 h 482208"/>
                <a:gd name="connsiteX41" fmla="*/ 380535 w 482247"/>
                <a:gd name="connsiteY41" fmla="*/ 24143 h 482208"/>
                <a:gd name="connsiteX42" fmla="*/ 248195 w 482247"/>
                <a:gd name="connsiteY42" fmla="*/ 156474 h 482208"/>
                <a:gd name="connsiteX43" fmla="*/ 234053 w 482247"/>
                <a:gd name="connsiteY43" fmla="*/ 156474 h 482208"/>
                <a:gd name="connsiteX44" fmla="*/ 193152 w 482247"/>
                <a:gd name="connsiteY44" fmla="*/ 115583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293152 w 482247"/>
                <a:gd name="connsiteY33" fmla="*/ 370700 h 482208"/>
                <a:gd name="connsiteX34" fmla="*/ 380525 w 482247"/>
                <a:gd name="connsiteY34" fmla="*/ 458065 h 482208"/>
                <a:gd name="connsiteX35" fmla="*/ 458105 w 482247"/>
                <a:gd name="connsiteY35" fmla="*/ 380526 h 482208"/>
                <a:gd name="connsiteX36" fmla="*/ 325772 w 482247"/>
                <a:gd name="connsiteY36" fmla="*/ 248185 h 482208"/>
                <a:gd name="connsiteX37" fmla="*/ 325770 w 482247"/>
                <a:gd name="connsiteY37" fmla="*/ 234045 h 482208"/>
                <a:gd name="connsiteX38" fmla="*/ 325772 w 482247"/>
                <a:gd name="connsiteY38" fmla="*/ 234043 h 482208"/>
                <a:gd name="connsiteX39" fmla="*/ 458075 w 482247"/>
                <a:gd name="connsiteY39" fmla="*/ 101712 h 482208"/>
                <a:gd name="connsiteX40" fmla="*/ 380535 w 482247"/>
                <a:gd name="connsiteY40" fmla="*/ 24143 h 482208"/>
                <a:gd name="connsiteX41" fmla="*/ 248195 w 482247"/>
                <a:gd name="connsiteY41" fmla="*/ 156474 h 482208"/>
                <a:gd name="connsiteX42" fmla="*/ 234053 w 482247"/>
                <a:gd name="connsiteY42" fmla="*/ 156474 h 482208"/>
                <a:gd name="connsiteX43" fmla="*/ 193152 w 482247"/>
                <a:gd name="connsiteY43" fmla="*/ 115583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35" fmla="*/ 325772 w 482247"/>
                <a:gd name="connsiteY35" fmla="*/ 248185 h 482208"/>
                <a:gd name="connsiteX36" fmla="*/ 325770 w 482247"/>
                <a:gd name="connsiteY36" fmla="*/ 234045 h 482208"/>
                <a:gd name="connsiteX37" fmla="*/ 325772 w 482247"/>
                <a:gd name="connsiteY37" fmla="*/ 234043 h 482208"/>
                <a:gd name="connsiteX38" fmla="*/ 458075 w 482247"/>
                <a:gd name="connsiteY38" fmla="*/ 101712 h 482208"/>
                <a:gd name="connsiteX39" fmla="*/ 380535 w 482247"/>
                <a:gd name="connsiteY39" fmla="*/ 24143 h 482208"/>
                <a:gd name="connsiteX40" fmla="*/ 248195 w 482247"/>
                <a:gd name="connsiteY40" fmla="*/ 156474 h 482208"/>
                <a:gd name="connsiteX41" fmla="*/ 234053 w 482247"/>
                <a:gd name="connsiteY41" fmla="*/ 156474 h 482208"/>
                <a:gd name="connsiteX42" fmla="*/ 193152 w 482247"/>
                <a:gd name="connsiteY42" fmla="*/ 115583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35" fmla="*/ 325772 w 482247"/>
                <a:gd name="connsiteY35" fmla="*/ 248185 h 482208"/>
                <a:gd name="connsiteX36" fmla="*/ 325770 w 482247"/>
                <a:gd name="connsiteY36" fmla="*/ 234045 h 482208"/>
                <a:gd name="connsiteX37" fmla="*/ 325772 w 482247"/>
                <a:gd name="connsiteY37" fmla="*/ 234043 h 482208"/>
                <a:gd name="connsiteX38" fmla="*/ 458075 w 482247"/>
                <a:gd name="connsiteY38" fmla="*/ 101712 h 482208"/>
                <a:gd name="connsiteX39" fmla="*/ 380535 w 482247"/>
                <a:gd name="connsiteY39" fmla="*/ 24143 h 482208"/>
                <a:gd name="connsiteX40" fmla="*/ 248195 w 482247"/>
                <a:gd name="connsiteY40" fmla="*/ 156474 h 482208"/>
                <a:gd name="connsiteX41" fmla="*/ 234053 w 482247"/>
                <a:gd name="connsiteY41" fmla="*/ 156474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35" fmla="*/ 325772 w 482247"/>
                <a:gd name="connsiteY35" fmla="*/ 248185 h 482208"/>
                <a:gd name="connsiteX36" fmla="*/ 325770 w 482247"/>
                <a:gd name="connsiteY36" fmla="*/ 234045 h 482208"/>
                <a:gd name="connsiteX37" fmla="*/ 325772 w 482247"/>
                <a:gd name="connsiteY37" fmla="*/ 234043 h 482208"/>
                <a:gd name="connsiteX38" fmla="*/ 458075 w 482247"/>
                <a:gd name="connsiteY38" fmla="*/ 101712 h 482208"/>
                <a:gd name="connsiteX39" fmla="*/ 380535 w 482247"/>
                <a:gd name="connsiteY39" fmla="*/ 24143 h 482208"/>
                <a:gd name="connsiteX40" fmla="*/ 248195 w 482247"/>
                <a:gd name="connsiteY40" fmla="*/ 156474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35" fmla="*/ 325772 w 482247"/>
                <a:gd name="connsiteY35" fmla="*/ 248185 h 482208"/>
                <a:gd name="connsiteX36" fmla="*/ 325770 w 482247"/>
                <a:gd name="connsiteY36" fmla="*/ 234045 h 482208"/>
                <a:gd name="connsiteX37" fmla="*/ 325772 w 482247"/>
                <a:gd name="connsiteY37" fmla="*/ 234043 h 482208"/>
                <a:gd name="connsiteX38" fmla="*/ 458075 w 482247"/>
                <a:gd name="connsiteY38" fmla="*/ 101712 h 482208"/>
                <a:gd name="connsiteX39" fmla="*/ 380535 w 482247"/>
                <a:gd name="connsiteY39" fmla="*/ 24143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35" fmla="*/ 325772 w 482247"/>
                <a:gd name="connsiteY35" fmla="*/ 248185 h 482208"/>
                <a:gd name="connsiteX36" fmla="*/ 325770 w 482247"/>
                <a:gd name="connsiteY36" fmla="*/ 234045 h 482208"/>
                <a:gd name="connsiteX37" fmla="*/ 325772 w 482247"/>
                <a:gd name="connsiteY37" fmla="*/ 234043 h 482208"/>
                <a:gd name="connsiteX38" fmla="*/ 458075 w 482247"/>
                <a:gd name="connsiteY38" fmla="*/ 101712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35" fmla="*/ 325772 w 482247"/>
                <a:gd name="connsiteY35" fmla="*/ 248185 h 482208"/>
                <a:gd name="connsiteX36" fmla="*/ 325770 w 482247"/>
                <a:gd name="connsiteY36" fmla="*/ 234045 h 482208"/>
                <a:gd name="connsiteX37" fmla="*/ 325772 w 482247"/>
                <a:gd name="connsiteY37" fmla="*/ 234043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35" fmla="*/ 325772 w 482247"/>
                <a:gd name="connsiteY35" fmla="*/ 248185 h 482208"/>
                <a:gd name="connsiteX36" fmla="*/ 325770 w 482247"/>
                <a:gd name="connsiteY36" fmla="*/ 234045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35" fmla="*/ 325770 w 482247"/>
                <a:gd name="connsiteY35" fmla="*/ 234045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292692 w 482247"/>
                <a:gd name="connsiteY32" fmla="*/ 370270 h 482208"/>
                <a:gd name="connsiteX33" fmla="*/ 380525 w 482247"/>
                <a:gd name="connsiteY33" fmla="*/ 458065 h 482208"/>
                <a:gd name="connsiteX34" fmla="*/ 458105 w 482247"/>
                <a:gd name="connsiteY34" fmla="*/ 380526 h 482208"/>
                <a:gd name="connsiteX0" fmla="*/ 380525 w 482247"/>
                <a:gd name="connsiteY0" fmla="*/ 482208 h 482208"/>
                <a:gd name="connsiteX1" fmla="*/ 292692 w 482247"/>
                <a:gd name="connsiteY1" fmla="*/ 370270 h 482208"/>
                <a:gd name="connsiteX2" fmla="*/ 373454 w 482247"/>
                <a:gd name="connsiteY2" fmla="*/ 479278 h 482208"/>
                <a:gd name="connsiteX3" fmla="*/ 279428 w 482247"/>
                <a:gd name="connsiteY3" fmla="*/ 385262 h 482208"/>
                <a:gd name="connsiteX4" fmla="*/ 278968 w 482247"/>
                <a:gd name="connsiteY4" fmla="*/ 384832 h 482208"/>
                <a:gd name="connsiteX5" fmla="*/ 241124 w 482247"/>
                <a:gd name="connsiteY5" fmla="*/ 346977 h 482208"/>
                <a:gd name="connsiteX6" fmla="*/ 203277 w 482247"/>
                <a:gd name="connsiteY6" fmla="*/ 384834 h 482208"/>
                <a:gd name="connsiteX7" fmla="*/ 108793 w 482247"/>
                <a:gd name="connsiteY7" fmla="*/ 479278 h 482208"/>
                <a:gd name="connsiteX8" fmla="*/ 94654 w 482247"/>
                <a:gd name="connsiteY8" fmla="*/ 479282 h 482208"/>
                <a:gd name="connsiteX9" fmla="*/ 94651 w 482247"/>
                <a:gd name="connsiteY9" fmla="*/ 479278 h 482208"/>
                <a:gd name="connsiteX10" fmla="*/ 2930 w 482247"/>
                <a:gd name="connsiteY10" fmla="*/ 387596 h 482208"/>
                <a:gd name="connsiteX11" fmla="*/ 2926 w 482247"/>
                <a:gd name="connsiteY11" fmla="*/ 373459 h 482208"/>
                <a:gd name="connsiteX12" fmla="*/ 2930 w 482247"/>
                <a:gd name="connsiteY12" fmla="*/ 373455 h 482208"/>
                <a:gd name="connsiteX13" fmla="*/ 135260 w 482247"/>
                <a:gd name="connsiteY13" fmla="*/ 241114 h 482208"/>
                <a:gd name="connsiteX14" fmla="*/ 2959 w 482247"/>
                <a:gd name="connsiteY14" fmla="*/ 108783 h 482208"/>
                <a:gd name="connsiteX15" fmla="*/ 2956 w 482247"/>
                <a:gd name="connsiteY15" fmla="*/ 94644 h 482208"/>
                <a:gd name="connsiteX16" fmla="*/ 2959 w 482247"/>
                <a:gd name="connsiteY16" fmla="*/ 94641 h 482208"/>
                <a:gd name="connsiteX17" fmla="*/ 94641 w 482247"/>
                <a:gd name="connsiteY17" fmla="*/ 2930 h 482208"/>
                <a:gd name="connsiteX18" fmla="*/ 108782 w 482247"/>
                <a:gd name="connsiteY18" fmla="*/ 2930 h 482208"/>
                <a:gd name="connsiteX19" fmla="*/ 241124 w 482247"/>
                <a:gd name="connsiteY19" fmla="*/ 135261 h 482208"/>
                <a:gd name="connsiteX20" fmla="*/ 373464 w 482247"/>
                <a:gd name="connsiteY20" fmla="*/ 2930 h 482208"/>
                <a:gd name="connsiteX21" fmla="*/ 387604 w 482247"/>
                <a:gd name="connsiteY21" fmla="*/ 2927 h 482208"/>
                <a:gd name="connsiteX22" fmla="*/ 387606 w 482247"/>
                <a:gd name="connsiteY22" fmla="*/ 2930 h 482208"/>
                <a:gd name="connsiteX23" fmla="*/ 479287 w 482247"/>
                <a:gd name="connsiteY23" fmla="*/ 94641 h 482208"/>
                <a:gd name="connsiteX24" fmla="*/ 479289 w 482247"/>
                <a:gd name="connsiteY24" fmla="*/ 108780 h 482208"/>
                <a:gd name="connsiteX25" fmla="*/ 479287 w 482247"/>
                <a:gd name="connsiteY25" fmla="*/ 108783 h 482208"/>
                <a:gd name="connsiteX26" fmla="*/ 346985 w 482247"/>
                <a:gd name="connsiteY26" fmla="*/ 241114 h 482208"/>
                <a:gd name="connsiteX27" fmla="*/ 479317 w 482247"/>
                <a:gd name="connsiteY27" fmla="*/ 373455 h 482208"/>
                <a:gd name="connsiteX28" fmla="*/ 479321 w 482247"/>
                <a:gd name="connsiteY28" fmla="*/ 387592 h 482208"/>
                <a:gd name="connsiteX29" fmla="*/ 479317 w 482247"/>
                <a:gd name="connsiteY29" fmla="*/ 387596 h 482208"/>
                <a:gd name="connsiteX30" fmla="*/ 387598 w 482247"/>
                <a:gd name="connsiteY30" fmla="*/ 479278 h 482208"/>
                <a:gd name="connsiteX31" fmla="*/ 380525 w 482247"/>
                <a:gd name="connsiteY31" fmla="*/ 482208 h 482208"/>
                <a:gd name="connsiteX32" fmla="*/ 380525 w 482247"/>
                <a:gd name="connsiteY32" fmla="*/ 458065 h 482208"/>
                <a:gd name="connsiteX33" fmla="*/ 458105 w 482247"/>
                <a:gd name="connsiteY33" fmla="*/ 380526 h 482208"/>
                <a:gd name="connsiteX0" fmla="*/ 380525 w 482247"/>
                <a:gd name="connsiteY0" fmla="*/ 482208 h 482208"/>
                <a:gd name="connsiteX1" fmla="*/ 373454 w 482247"/>
                <a:gd name="connsiteY1" fmla="*/ 479278 h 482208"/>
                <a:gd name="connsiteX2" fmla="*/ 279428 w 482247"/>
                <a:gd name="connsiteY2" fmla="*/ 385262 h 482208"/>
                <a:gd name="connsiteX3" fmla="*/ 278968 w 482247"/>
                <a:gd name="connsiteY3" fmla="*/ 384832 h 482208"/>
                <a:gd name="connsiteX4" fmla="*/ 241124 w 482247"/>
                <a:gd name="connsiteY4" fmla="*/ 346977 h 482208"/>
                <a:gd name="connsiteX5" fmla="*/ 203277 w 482247"/>
                <a:gd name="connsiteY5" fmla="*/ 384834 h 482208"/>
                <a:gd name="connsiteX6" fmla="*/ 108793 w 482247"/>
                <a:gd name="connsiteY6" fmla="*/ 479278 h 482208"/>
                <a:gd name="connsiteX7" fmla="*/ 94654 w 482247"/>
                <a:gd name="connsiteY7" fmla="*/ 479282 h 482208"/>
                <a:gd name="connsiteX8" fmla="*/ 94651 w 482247"/>
                <a:gd name="connsiteY8" fmla="*/ 479278 h 482208"/>
                <a:gd name="connsiteX9" fmla="*/ 2930 w 482247"/>
                <a:gd name="connsiteY9" fmla="*/ 387596 h 482208"/>
                <a:gd name="connsiteX10" fmla="*/ 2926 w 482247"/>
                <a:gd name="connsiteY10" fmla="*/ 373459 h 482208"/>
                <a:gd name="connsiteX11" fmla="*/ 2930 w 482247"/>
                <a:gd name="connsiteY11" fmla="*/ 373455 h 482208"/>
                <a:gd name="connsiteX12" fmla="*/ 135260 w 482247"/>
                <a:gd name="connsiteY12" fmla="*/ 241114 h 482208"/>
                <a:gd name="connsiteX13" fmla="*/ 2959 w 482247"/>
                <a:gd name="connsiteY13" fmla="*/ 108783 h 482208"/>
                <a:gd name="connsiteX14" fmla="*/ 2956 w 482247"/>
                <a:gd name="connsiteY14" fmla="*/ 94644 h 482208"/>
                <a:gd name="connsiteX15" fmla="*/ 2959 w 482247"/>
                <a:gd name="connsiteY15" fmla="*/ 94641 h 482208"/>
                <a:gd name="connsiteX16" fmla="*/ 94641 w 482247"/>
                <a:gd name="connsiteY16" fmla="*/ 2930 h 482208"/>
                <a:gd name="connsiteX17" fmla="*/ 108782 w 482247"/>
                <a:gd name="connsiteY17" fmla="*/ 2930 h 482208"/>
                <a:gd name="connsiteX18" fmla="*/ 241124 w 482247"/>
                <a:gd name="connsiteY18" fmla="*/ 135261 h 482208"/>
                <a:gd name="connsiteX19" fmla="*/ 373464 w 482247"/>
                <a:gd name="connsiteY19" fmla="*/ 2930 h 482208"/>
                <a:gd name="connsiteX20" fmla="*/ 387604 w 482247"/>
                <a:gd name="connsiteY20" fmla="*/ 2927 h 482208"/>
                <a:gd name="connsiteX21" fmla="*/ 387606 w 482247"/>
                <a:gd name="connsiteY21" fmla="*/ 2930 h 482208"/>
                <a:gd name="connsiteX22" fmla="*/ 479287 w 482247"/>
                <a:gd name="connsiteY22" fmla="*/ 94641 h 482208"/>
                <a:gd name="connsiteX23" fmla="*/ 479289 w 482247"/>
                <a:gd name="connsiteY23" fmla="*/ 108780 h 482208"/>
                <a:gd name="connsiteX24" fmla="*/ 479287 w 482247"/>
                <a:gd name="connsiteY24" fmla="*/ 108783 h 482208"/>
                <a:gd name="connsiteX25" fmla="*/ 346985 w 482247"/>
                <a:gd name="connsiteY25" fmla="*/ 241114 h 482208"/>
                <a:gd name="connsiteX26" fmla="*/ 479317 w 482247"/>
                <a:gd name="connsiteY26" fmla="*/ 373455 h 482208"/>
                <a:gd name="connsiteX27" fmla="*/ 479321 w 482247"/>
                <a:gd name="connsiteY27" fmla="*/ 387592 h 482208"/>
                <a:gd name="connsiteX28" fmla="*/ 479317 w 482247"/>
                <a:gd name="connsiteY28" fmla="*/ 387596 h 482208"/>
                <a:gd name="connsiteX29" fmla="*/ 387598 w 482247"/>
                <a:gd name="connsiteY29" fmla="*/ 479278 h 482208"/>
                <a:gd name="connsiteX30" fmla="*/ 380525 w 482247"/>
                <a:gd name="connsiteY30" fmla="*/ 482208 h 482208"/>
                <a:gd name="connsiteX31" fmla="*/ 380525 w 482247"/>
                <a:gd name="connsiteY31" fmla="*/ 458065 h 482208"/>
                <a:gd name="connsiteX32" fmla="*/ 458105 w 482247"/>
                <a:gd name="connsiteY32" fmla="*/ 380526 h 482208"/>
                <a:gd name="connsiteX0" fmla="*/ 380525 w 482247"/>
                <a:gd name="connsiteY0" fmla="*/ 482208 h 482208"/>
                <a:gd name="connsiteX1" fmla="*/ 373454 w 482247"/>
                <a:gd name="connsiteY1" fmla="*/ 479278 h 482208"/>
                <a:gd name="connsiteX2" fmla="*/ 279428 w 482247"/>
                <a:gd name="connsiteY2" fmla="*/ 385262 h 482208"/>
                <a:gd name="connsiteX3" fmla="*/ 278968 w 482247"/>
                <a:gd name="connsiteY3" fmla="*/ 384832 h 482208"/>
                <a:gd name="connsiteX4" fmla="*/ 241124 w 482247"/>
                <a:gd name="connsiteY4" fmla="*/ 346977 h 482208"/>
                <a:gd name="connsiteX5" fmla="*/ 203277 w 482247"/>
                <a:gd name="connsiteY5" fmla="*/ 384834 h 482208"/>
                <a:gd name="connsiteX6" fmla="*/ 108793 w 482247"/>
                <a:gd name="connsiteY6" fmla="*/ 479278 h 482208"/>
                <a:gd name="connsiteX7" fmla="*/ 94654 w 482247"/>
                <a:gd name="connsiteY7" fmla="*/ 479282 h 482208"/>
                <a:gd name="connsiteX8" fmla="*/ 94651 w 482247"/>
                <a:gd name="connsiteY8" fmla="*/ 479278 h 482208"/>
                <a:gd name="connsiteX9" fmla="*/ 2930 w 482247"/>
                <a:gd name="connsiteY9" fmla="*/ 387596 h 482208"/>
                <a:gd name="connsiteX10" fmla="*/ 2926 w 482247"/>
                <a:gd name="connsiteY10" fmla="*/ 373459 h 482208"/>
                <a:gd name="connsiteX11" fmla="*/ 2930 w 482247"/>
                <a:gd name="connsiteY11" fmla="*/ 373455 h 482208"/>
                <a:gd name="connsiteX12" fmla="*/ 135260 w 482247"/>
                <a:gd name="connsiteY12" fmla="*/ 241114 h 482208"/>
                <a:gd name="connsiteX13" fmla="*/ 2959 w 482247"/>
                <a:gd name="connsiteY13" fmla="*/ 108783 h 482208"/>
                <a:gd name="connsiteX14" fmla="*/ 2956 w 482247"/>
                <a:gd name="connsiteY14" fmla="*/ 94644 h 482208"/>
                <a:gd name="connsiteX15" fmla="*/ 2959 w 482247"/>
                <a:gd name="connsiteY15" fmla="*/ 94641 h 482208"/>
                <a:gd name="connsiteX16" fmla="*/ 94641 w 482247"/>
                <a:gd name="connsiteY16" fmla="*/ 2930 h 482208"/>
                <a:gd name="connsiteX17" fmla="*/ 108782 w 482247"/>
                <a:gd name="connsiteY17" fmla="*/ 2930 h 482208"/>
                <a:gd name="connsiteX18" fmla="*/ 241124 w 482247"/>
                <a:gd name="connsiteY18" fmla="*/ 135261 h 482208"/>
                <a:gd name="connsiteX19" fmla="*/ 373464 w 482247"/>
                <a:gd name="connsiteY19" fmla="*/ 2930 h 482208"/>
                <a:gd name="connsiteX20" fmla="*/ 387604 w 482247"/>
                <a:gd name="connsiteY20" fmla="*/ 2927 h 482208"/>
                <a:gd name="connsiteX21" fmla="*/ 387606 w 482247"/>
                <a:gd name="connsiteY21" fmla="*/ 2930 h 482208"/>
                <a:gd name="connsiteX22" fmla="*/ 479287 w 482247"/>
                <a:gd name="connsiteY22" fmla="*/ 94641 h 482208"/>
                <a:gd name="connsiteX23" fmla="*/ 479289 w 482247"/>
                <a:gd name="connsiteY23" fmla="*/ 108780 h 482208"/>
                <a:gd name="connsiteX24" fmla="*/ 479287 w 482247"/>
                <a:gd name="connsiteY24" fmla="*/ 108783 h 482208"/>
                <a:gd name="connsiteX25" fmla="*/ 346985 w 482247"/>
                <a:gd name="connsiteY25" fmla="*/ 241114 h 482208"/>
                <a:gd name="connsiteX26" fmla="*/ 479317 w 482247"/>
                <a:gd name="connsiteY26" fmla="*/ 373455 h 482208"/>
                <a:gd name="connsiteX27" fmla="*/ 479321 w 482247"/>
                <a:gd name="connsiteY27" fmla="*/ 387592 h 482208"/>
                <a:gd name="connsiteX28" fmla="*/ 479317 w 482247"/>
                <a:gd name="connsiteY28" fmla="*/ 387596 h 482208"/>
                <a:gd name="connsiteX29" fmla="*/ 387598 w 482247"/>
                <a:gd name="connsiteY29" fmla="*/ 479278 h 482208"/>
                <a:gd name="connsiteX30" fmla="*/ 380525 w 482247"/>
                <a:gd name="connsiteY30" fmla="*/ 482208 h 48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2247" h="482208">
                  <a:moveTo>
                    <a:pt x="380525" y="482208"/>
                  </a:moveTo>
                  <a:lnTo>
                    <a:pt x="373454" y="479278"/>
                  </a:lnTo>
                  <a:lnTo>
                    <a:pt x="279428" y="385262"/>
                  </a:lnTo>
                  <a:lnTo>
                    <a:pt x="278968" y="384832"/>
                  </a:lnTo>
                  <a:lnTo>
                    <a:pt x="241124" y="346977"/>
                  </a:lnTo>
                  <a:lnTo>
                    <a:pt x="203277" y="384834"/>
                  </a:lnTo>
                  <a:cubicBezTo>
                    <a:pt x="181222" y="406884"/>
                    <a:pt x="126897" y="463537"/>
                    <a:pt x="108793" y="479278"/>
                  </a:cubicBezTo>
                  <a:cubicBezTo>
                    <a:pt x="104889" y="483184"/>
                    <a:pt x="98559" y="483184"/>
                    <a:pt x="94654" y="479282"/>
                  </a:cubicBezTo>
                  <a:cubicBezTo>
                    <a:pt x="94653" y="479280"/>
                    <a:pt x="94652" y="479280"/>
                    <a:pt x="94651" y="479278"/>
                  </a:cubicBezTo>
                  <a:lnTo>
                    <a:pt x="2930" y="387596"/>
                  </a:lnTo>
                  <a:cubicBezTo>
                    <a:pt x="-975" y="383694"/>
                    <a:pt x="-977" y="377363"/>
                    <a:pt x="2926" y="373459"/>
                  </a:cubicBezTo>
                  <a:cubicBezTo>
                    <a:pt x="2927" y="373457"/>
                    <a:pt x="2929" y="373457"/>
                    <a:pt x="2930" y="373455"/>
                  </a:cubicBezTo>
                  <a:lnTo>
                    <a:pt x="135260" y="241114"/>
                  </a:lnTo>
                  <a:lnTo>
                    <a:pt x="2959" y="108783"/>
                  </a:lnTo>
                  <a:cubicBezTo>
                    <a:pt x="-946" y="104879"/>
                    <a:pt x="-947" y="98549"/>
                    <a:pt x="2956" y="94644"/>
                  </a:cubicBezTo>
                  <a:lnTo>
                    <a:pt x="2959" y="94641"/>
                  </a:lnTo>
                  <a:lnTo>
                    <a:pt x="94641" y="2930"/>
                  </a:lnTo>
                  <a:cubicBezTo>
                    <a:pt x="98609" y="-820"/>
                    <a:pt x="104814" y="-820"/>
                    <a:pt x="108782" y="2930"/>
                  </a:cubicBezTo>
                  <a:lnTo>
                    <a:pt x="241124" y="135261"/>
                  </a:lnTo>
                  <a:lnTo>
                    <a:pt x="373464" y="2930"/>
                  </a:lnTo>
                  <a:cubicBezTo>
                    <a:pt x="377369" y="-975"/>
                    <a:pt x="383697" y="-977"/>
                    <a:pt x="387604" y="2927"/>
                  </a:cubicBezTo>
                  <a:cubicBezTo>
                    <a:pt x="387604" y="2928"/>
                    <a:pt x="387606" y="2929"/>
                    <a:pt x="387606" y="2930"/>
                  </a:cubicBezTo>
                  <a:lnTo>
                    <a:pt x="479287" y="94641"/>
                  </a:lnTo>
                  <a:cubicBezTo>
                    <a:pt x="483192" y="98545"/>
                    <a:pt x="483194" y="104875"/>
                    <a:pt x="479289" y="108780"/>
                  </a:cubicBezTo>
                  <a:cubicBezTo>
                    <a:pt x="479289" y="108781"/>
                    <a:pt x="479289" y="108782"/>
                    <a:pt x="479287" y="108783"/>
                  </a:cubicBezTo>
                  <a:lnTo>
                    <a:pt x="346985" y="241114"/>
                  </a:lnTo>
                  <a:lnTo>
                    <a:pt x="479317" y="373455"/>
                  </a:lnTo>
                  <a:cubicBezTo>
                    <a:pt x="483222" y="377357"/>
                    <a:pt x="483224" y="383688"/>
                    <a:pt x="479321" y="387592"/>
                  </a:cubicBezTo>
                  <a:lnTo>
                    <a:pt x="479317" y="387596"/>
                  </a:lnTo>
                  <a:lnTo>
                    <a:pt x="387598" y="479278"/>
                  </a:lnTo>
                  <a:cubicBezTo>
                    <a:pt x="385724" y="481156"/>
                    <a:pt x="383179" y="482212"/>
                    <a:pt x="380525" y="482208"/>
                  </a:cubicBezTo>
                  <a:close/>
                </a:path>
              </a:pathLst>
            </a:custGeom>
            <a:solidFill>
              <a:srgbClr val="DA291C"/>
            </a:solidFill>
            <a:ln w="19943" cap="flat">
              <a:noFill/>
              <a:prstDash val="solid"/>
              <a:miter/>
            </a:ln>
          </p:spPr>
          <p:txBody>
            <a:bodyPr rtlCol="0" anchor="ctr"/>
            <a:lstStyle/>
            <a:p>
              <a:endParaRPr lang="en-US"/>
            </a:p>
          </p:txBody>
        </p:sp>
      </p:grpSp>
      <p:sp>
        <p:nvSpPr>
          <p:cNvPr id="117" name="Oval 15">
            <a:extLst>
              <a:ext uri="{FF2B5EF4-FFF2-40B4-BE49-F238E27FC236}">
                <a16:creationId xmlns:a16="http://schemas.microsoft.com/office/drawing/2014/main" id="{4A23B8FD-0A5C-4B6C-8176-D365FC6A4031}"/>
              </a:ext>
            </a:extLst>
          </p:cNvPr>
          <p:cNvSpPr>
            <a:spLocks noChangeArrowheads="1"/>
          </p:cNvSpPr>
          <p:nvPr/>
        </p:nvSpPr>
        <p:spPr bwMode="auto">
          <a:xfrm>
            <a:off x="468349" y="1933112"/>
            <a:ext cx="1970051" cy="220980"/>
          </a:xfrm>
          <a:prstGeom prst="roundRect">
            <a:avLst/>
          </a:prstGeom>
          <a:noFill/>
          <a:ln w="31750">
            <a:solidFill>
              <a:schemeClr val="accent3"/>
            </a:solidFill>
            <a:prstDash val="solid"/>
          </a:ln>
          <a:extLst>
            <a:ext uri="{909E8E84-426E-40DD-AFC4-6F175D3DCCD1}">
              <a14:hiddenFill xmlns:a14="http://schemas.microsoft.com/office/drawing/2010/main">
                <a:solidFill>
                  <a:srgbClr val="FF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p>
        </p:txBody>
      </p:sp>
      <p:sp>
        <p:nvSpPr>
          <p:cNvPr id="118" name="Oval 15">
            <a:extLst>
              <a:ext uri="{FF2B5EF4-FFF2-40B4-BE49-F238E27FC236}">
                <a16:creationId xmlns:a16="http://schemas.microsoft.com/office/drawing/2014/main" id="{80134538-598A-409A-8B9C-3272B6FB81B4}"/>
              </a:ext>
            </a:extLst>
          </p:cNvPr>
          <p:cNvSpPr>
            <a:spLocks noChangeArrowheads="1"/>
          </p:cNvSpPr>
          <p:nvPr/>
        </p:nvSpPr>
        <p:spPr bwMode="auto">
          <a:xfrm>
            <a:off x="468349" y="2228848"/>
            <a:ext cx="1970051" cy="1449072"/>
          </a:xfrm>
          <a:prstGeom prst="roundRect">
            <a:avLst>
              <a:gd name="adj" fmla="val 3400"/>
            </a:avLst>
          </a:prstGeom>
          <a:solidFill>
            <a:srgbClr val="FF0000">
              <a:alpha val="40000"/>
            </a:srgbClr>
          </a:solidFill>
          <a:ln w="31750">
            <a:solidFill>
              <a:srgbClr val="DA291C"/>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p>
        </p:txBody>
      </p:sp>
      <p:sp>
        <p:nvSpPr>
          <p:cNvPr id="121" name="TextBox 120">
            <a:extLst>
              <a:ext uri="{FF2B5EF4-FFF2-40B4-BE49-F238E27FC236}">
                <a16:creationId xmlns:a16="http://schemas.microsoft.com/office/drawing/2014/main" id="{69FFEB7D-20E0-4B27-A4B4-353E01AB6E5C}"/>
              </a:ext>
            </a:extLst>
          </p:cNvPr>
          <p:cNvSpPr txBox="1"/>
          <p:nvPr/>
        </p:nvSpPr>
        <p:spPr>
          <a:xfrm>
            <a:off x="2836364" y="4114800"/>
            <a:ext cx="2198887" cy="523220"/>
          </a:xfrm>
          <a:prstGeom prst="rect">
            <a:avLst/>
          </a:prstGeom>
          <a:ln>
            <a:noFill/>
          </a:ln>
        </p:spPr>
        <p:txBody>
          <a:bodyPr vert="horz" wrap="square" lIns="91440" tIns="45720" rIns="91440" bIns="45720" numCol="1" rtlCol="0" anchor="ctr" anchorCtr="0" compatLnSpc="1">
            <a:prstTxWarp prst="textNoShape">
              <a:avLst/>
            </a:prstTxWarp>
            <a:spAutoFit/>
          </a:bodyPr>
          <a:lstStyle/>
          <a:p>
            <a:pPr fontAlgn="base">
              <a:spcBef>
                <a:spcPct val="0"/>
              </a:spcBef>
              <a:spcAft>
                <a:spcPct val="0"/>
              </a:spcAft>
            </a:pPr>
            <a:r>
              <a:rPr lang="en-US" sz="1400" dirty="0">
                <a:ea typeface="ＭＳ Ｐゴシック" charset="-128"/>
              </a:rPr>
              <a:t>Use the eyedropper tool to select from the </a:t>
            </a:r>
          </a:p>
        </p:txBody>
      </p:sp>
      <p:sp>
        <p:nvSpPr>
          <p:cNvPr id="68" name="TextBox 67">
            <a:extLst>
              <a:ext uri="{FF2B5EF4-FFF2-40B4-BE49-F238E27FC236}">
                <a16:creationId xmlns:a16="http://schemas.microsoft.com/office/drawing/2014/main" id="{E4EC2314-FE51-4186-B634-B462EA2FF143}"/>
              </a:ext>
            </a:extLst>
          </p:cNvPr>
          <p:cNvSpPr txBox="1"/>
          <p:nvPr/>
        </p:nvSpPr>
        <p:spPr>
          <a:xfrm>
            <a:off x="9275903" y="1644070"/>
            <a:ext cx="2535672" cy="3767822"/>
          </a:xfrm>
          <a:prstGeom prst="rect">
            <a:avLst/>
          </a:prstGeom>
          <a:ln>
            <a:noFill/>
          </a:ln>
        </p:spPr>
        <p:txBody>
          <a:bodyPr vert="horz" wrap="square" lIns="91440" tIns="45720" rIns="91440" bIns="45720" numCol="1" rtlCol="0" anchor="t" anchorCtr="0" compatLnSpc="1">
            <a:prstTxWarp prst="textNoShape">
              <a:avLst/>
            </a:prstTxWarp>
            <a:noAutofit/>
          </a:bodyPr>
          <a:lstStyle/>
          <a:p>
            <a:pPr fontAlgn="base">
              <a:spcBef>
                <a:spcPct val="0"/>
              </a:spcBef>
              <a:spcAft>
                <a:spcPts val="1200"/>
              </a:spcAft>
            </a:pPr>
            <a:r>
              <a:rPr lang="en-US" sz="1600" dirty="0">
                <a:ea typeface="ＭＳ Ｐゴシック" charset="-128"/>
              </a:rPr>
              <a:t>In the right margin of each Layout, there are </a:t>
            </a:r>
            <a:r>
              <a:rPr lang="en-US" sz="1600" b="1" dirty="0">
                <a:ea typeface="ＭＳ Ｐゴシック" charset="-128"/>
              </a:rPr>
              <a:t>IQVIA color palette swatches </a:t>
            </a:r>
            <a:r>
              <a:rPr lang="en-US" sz="1600" dirty="0">
                <a:ea typeface="ＭＳ Ｐゴシック" charset="-128"/>
              </a:rPr>
              <a:t>with all the colors and tinted values. To use, select the Eyedropper from the Theme Colors menu and click the swatch that you would like to use</a:t>
            </a:r>
          </a:p>
          <a:p>
            <a:pPr fontAlgn="base">
              <a:spcBef>
                <a:spcPct val="0"/>
              </a:spcBef>
              <a:spcAft>
                <a:spcPts val="1200"/>
              </a:spcAft>
            </a:pPr>
            <a:r>
              <a:rPr lang="en-US" sz="1600" dirty="0">
                <a:ea typeface="ＭＳ Ｐゴシック" charset="-128"/>
              </a:rPr>
              <a:t>Use these colors in the vertical order they appear. Try to only use the 100% tint values</a:t>
            </a:r>
          </a:p>
        </p:txBody>
      </p:sp>
      <p:sp>
        <p:nvSpPr>
          <p:cNvPr id="119" name="Oval 15">
            <a:extLst>
              <a:ext uri="{FF2B5EF4-FFF2-40B4-BE49-F238E27FC236}">
                <a16:creationId xmlns:a16="http://schemas.microsoft.com/office/drawing/2014/main" id="{F73A3DBA-D318-461B-A523-E13205E244E1}"/>
              </a:ext>
            </a:extLst>
          </p:cNvPr>
          <p:cNvSpPr>
            <a:spLocks noChangeArrowheads="1"/>
          </p:cNvSpPr>
          <p:nvPr/>
        </p:nvSpPr>
        <p:spPr bwMode="auto">
          <a:xfrm>
            <a:off x="461999" y="4556760"/>
            <a:ext cx="1970051" cy="266606"/>
          </a:xfrm>
          <a:prstGeom prst="roundRect">
            <a:avLst/>
          </a:prstGeom>
          <a:noFill/>
          <a:ln w="31750">
            <a:solidFill>
              <a:schemeClr val="accent3"/>
            </a:solidFill>
            <a:prstDash val="solid"/>
          </a:ln>
          <a:extLst>
            <a:ext uri="{909E8E84-426E-40DD-AFC4-6F175D3DCCD1}">
              <a14:hiddenFill xmlns:a14="http://schemas.microsoft.com/office/drawing/2010/main">
                <a:solidFill>
                  <a:srgbClr val="FF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p>
        </p:txBody>
      </p:sp>
      <p:cxnSp>
        <p:nvCxnSpPr>
          <p:cNvPr id="20" name="Connector: Elbow 19">
            <a:extLst>
              <a:ext uri="{FF2B5EF4-FFF2-40B4-BE49-F238E27FC236}">
                <a16:creationId xmlns:a16="http://schemas.microsoft.com/office/drawing/2014/main" id="{29A09827-FE24-4C72-A5D0-FCCF93320510}"/>
              </a:ext>
            </a:extLst>
          </p:cNvPr>
          <p:cNvCxnSpPr>
            <a:cxnSpLocks/>
            <a:stCxn id="119" idx="3"/>
          </p:cNvCxnSpPr>
          <p:nvPr/>
        </p:nvCxnSpPr>
        <p:spPr>
          <a:xfrm flipV="1">
            <a:off x="2432050" y="1913051"/>
            <a:ext cx="5166025" cy="2777012"/>
          </a:xfrm>
          <a:prstGeom prst="bentConnector3">
            <a:avLst>
              <a:gd name="adj1" fmla="val 82549"/>
            </a:avLst>
          </a:prstGeom>
          <a:ln w="31750" cap="rnd">
            <a:solidFill>
              <a:schemeClr val="accent3"/>
            </a:solidFill>
            <a:round/>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A7FB3F2-5967-AC30-3DD5-078248021545}"/>
              </a:ext>
            </a:extLst>
          </p:cNvPr>
          <p:cNvSpPr/>
          <p:nvPr/>
        </p:nvSpPr>
        <p:spPr>
          <a:xfrm>
            <a:off x="10280650" y="6419850"/>
            <a:ext cx="1479550" cy="438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a:p>
        </p:txBody>
      </p:sp>
      <p:sp>
        <p:nvSpPr>
          <p:cNvPr id="75" name="Footer Placeholder 2">
            <a:extLst>
              <a:ext uri="{FF2B5EF4-FFF2-40B4-BE49-F238E27FC236}">
                <a16:creationId xmlns:a16="http://schemas.microsoft.com/office/drawing/2014/main" id="{EBE3F53C-7EF9-E31C-5234-6A8AF79B3FA0}"/>
              </a:ext>
            </a:extLst>
          </p:cNvPr>
          <p:cNvSpPr>
            <a:spLocks noGrp="1"/>
          </p:cNvSpPr>
          <p:nvPr>
            <p:ph type="ftr" sz="quarter" idx="3"/>
          </p:nvPr>
        </p:nvSpPr>
        <p:spPr>
          <a:xfrm>
            <a:off x="384694" y="6387858"/>
            <a:ext cx="9285484" cy="338087"/>
          </a:xfrm>
        </p:spPr>
        <p:txBody>
          <a:bodyPr/>
          <a:lstStyle/>
          <a:p>
            <a:endParaRPr lang="en-US" dirty="0"/>
          </a:p>
        </p:txBody>
      </p:sp>
      <p:grpSp>
        <p:nvGrpSpPr>
          <p:cNvPr id="197" name="Group 196">
            <a:extLst>
              <a:ext uri="{FF2B5EF4-FFF2-40B4-BE49-F238E27FC236}">
                <a16:creationId xmlns:a16="http://schemas.microsoft.com/office/drawing/2014/main" id="{5CB14384-5CBE-1AE2-D05E-4222D18534C7}"/>
              </a:ext>
            </a:extLst>
          </p:cNvPr>
          <p:cNvGrpSpPr/>
          <p:nvPr/>
        </p:nvGrpSpPr>
        <p:grpSpPr>
          <a:xfrm>
            <a:off x="7785061" y="1549387"/>
            <a:ext cx="1110737" cy="4707485"/>
            <a:chOff x="7785061" y="1549387"/>
            <a:chExt cx="1110737" cy="4707485"/>
          </a:xfrm>
        </p:grpSpPr>
        <p:grpSp>
          <p:nvGrpSpPr>
            <p:cNvPr id="135" name="Group 134">
              <a:extLst>
                <a:ext uri="{FF2B5EF4-FFF2-40B4-BE49-F238E27FC236}">
                  <a16:creationId xmlns:a16="http://schemas.microsoft.com/office/drawing/2014/main" id="{6CCD84E1-9606-FED8-2832-6A14019F0EA0}"/>
                </a:ext>
              </a:extLst>
            </p:cNvPr>
            <p:cNvGrpSpPr/>
            <p:nvPr/>
          </p:nvGrpSpPr>
          <p:grpSpPr>
            <a:xfrm>
              <a:off x="7799584" y="1752852"/>
              <a:ext cx="1083923" cy="4504020"/>
              <a:chOff x="12308083" y="196943"/>
              <a:chExt cx="851744" cy="3539247"/>
            </a:xfrm>
          </p:grpSpPr>
          <p:grpSp>
            <p:nvGrpSpPr>
              <p:cNvPr id="136" name="Group 135">
                <a:extLst>
                  <a:ext uri="{FF2B5EF4-FFF2-40B4-BE49-F238E27FC236}">
                    <a16:creationId xmlns:a16="http://schemas.microsoft.com/office/drawing/2014/main" id="{CC30CCC1-EB50-541F-FEB5-AEDCA14779B1}"/>
                  </a:ext>
                </a:extLst>
              </p:cNvPr>
              <p:cNvGrpSpPr/>
              <p:nvPr userDrawn="1"/>
            </p:nvGrpSpPr>
            <p:grpSpPr>
              <a:xfrm>
                <a:off x="12308083" y="2649326"/>
                <a:ext cx="851743" cy="187184"/>
                <a:chOff x="12308083" y="2627114"/>
                <a:chExt cx="851743" cy="187184"/>
              </a:xfrm>
            </p:grpSpPr>
            <p:sp>
              <p:nvSpPr>
                <p:cNvPr id="192" name="Rectangle 191">
                  <a:extLst>
                    <a:ext uri="{FF2B5EF4-FFF2-40B4-BE49-F238E27FC236}">
                      <a16:creationId xmlns:a16="http://schemas.microsoft.com/office/drawing/2014/main" id="{AA87E07D-8AAA-9717-E5BB-3D6DF6495DAD}"/>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3" name="Rectangle 192">
                  <a:extLst>
                    <a:ext uri="{FF2B5EF4-FFF2-40B4-BE49-F238E27FC236}">
                      <a16:creationId xmlns:a16="http://schemas.microsoft.com/office/drawing/2014/main" id="{0BFA5785-7AEF-E50D-005D-B3E3A4D7C2D8}"/>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4" name="Rectangle 193">
                  <a:extLst>
                    <a:ext uri="{FF2B5EF4-FFF2-40B4-BE49-F238E27FC236}">
                      <a16:creationId xmlns:a16="http://schemas.microsoft.com/office/drawing/2014/main" id="{EDF27A23-3DCA-33BB-8482-5CFB6BF76AD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Rectangle 194">
                  <a:extLst>
                    <a:ext uri="{FF2B5EF4-FFF2-40B4-BE49-F238E27FC236}">
                      <a16:creationId xmlns:a16="http://schemas.microsoft.com/office/drawing/2014/main" id="{A4D035F0-E024-B537-2328-29835454F083}"/>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grpSp>
            <p:nvGrpSpPr>
              <p:cNvPr id="138" name="Group 137">
                <a:extLst>
                  <a:ext uri="{FF2B5EF4-FFF2-40B4-BE49-F238E27FC236}">
                    <a16:creationId xmlns:a16="http://schemas.microsoft.com/office/drawing/2014/main" id="{C36A094C-F8BB-DF2A-B49A-34F280345B3B}"/>
                  </a:ext>
                </a:extLst>
              </p:cNvPr>
              <p:cNvGrpSpPr/>
              <p:nvPr userDrawn="1"/>
            </p:nvGrpSpPr>
            <p:grpSpPr>
              <a:xfrm>
                <a:off x="12308083" y="419226"/>
                <a:ext cx="851743" cy="188638"/>
                <a:chOff x="12308083" y="418248"/>
                <a:chExt cx="851743" cy="188638"/>
              </a:xfrm>
            </p:grpSpPr>
            <p:sp>
              <p:nvSpPr>
                <p:cNvPr id="188" name="Rectangle 187">
                  <a:extLst>
                    <a:ext uri="{FF2B5EF4-FFF2-40B4-BE49-F238E27FC236}">
                      <a16:creationId xmlns:a16="http://schemas.microsoft.com/office/drawing/2014/main" id="{7D152317-8B43-F2CD-32B9-C76A462D48C8}"/>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820DF926-63A1-4E51-A573-2CF3208A04B8}"/>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E304AF39-73CA-839A-1F10-EDE758E116EC}"/>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1" name="Rectangle 190">
                  <a:extLst>
                    <a:ext uri="{FF2B5EF4-FFF2-40B4-BE49-F238E27FC236}">
                      <a16:creationId xmlns:a16="http://schemas.microsoft.com/office/drawing/2014/main" id="{90939F5F-1619-D0E3-3C21-15ABD4A2B898}"/>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39" name="Group 138">
                <a:extLst>
                  <a:ext uri="{FF2B5EF4-FFF2-40B4-BE49-F238E27FC236}">
                    <a16:creationId xmlns:a16="http://schemas.microsoft.com/office/drawing/2014/main" id="{1EF74A39-120D-6664-5F42-7C63D87042DB}"/>
                  </a:ext>
                </a:extLst>
              </p:cNvPr>
              <p:cNvGrpSpPr/>
              <p:nvPr userDrawn="1"/>
            </p:nvGrpSpPr>
            <p:grpSpPr>
              <a:xfrm>
                <a:off x="12308083" y="196943"/>
                <a:ext cx="851743" cy="187184"/>
                <a:chOff x="12308083" y="196943"/>
                <a:chExt cx="851743" cy="187184"/>
              </a:xfrm>
            </p:grpSpPr>
            <p:sp>
              <p:nvSpPr>
                <p:cNvPr id="184" name="Rectangle 183">
                  <a:extLst>
                    <a:ext uri="{FF2B5EF4-FFF2-40B4-BE49-F238E27FC236}">
                      <a16:creationId xmlns:a16="http://schemas.microsoft.com/office/drawing/2014/main" id="{96C38412-770E-D51A-2D64-47D5352BC80F}"/>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0615939F-2AA4-38AC-DE98-1BA35F80BB8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3490EBA8-AC87-5E60-5045-56B303AFC7FE}"/>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3728170B-D2EF-DD5E-25A8-025A3CFDFF26}"/>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40" name="Group 139">
                <a:extLst>
                  <a:ext uri="{FF2B5EF4-FFF2-40B4-BE49-F238E27FC236}">
                    <a16:creationId xmlns:a16="http://schemas.microsoft.com/office/drawing/2014/main" id="{F65ED47D-06BC-14BE-4497-07AEAB6296B9}"/>
                  </a:ext>
                </a:extLst>
              </p:cNvPr>
              <p:cNvGrpSpPr/>
              <p:nvPr userDrawn="1"/>
            </p:nvGrpSpPr>
            <p:grpSpPr>
              <a:xfrm>
                <a:off x="12308083" y="1087529"/>
                <a:ext cx="851743" cy="190092"/>
                <a:chOff x="12308083" y="1080414"/>
                <a:chExt cx="851743" cy="190092"/>
              </a:xfrm>
            </p:grpSpPr>
            <p:sp>
              <p:nvSpPr>
                <p:cNvPr id="180" name="Rectangle 179">
                  <a:extLst>
                    <a:ext uri="{FF2B5EF4-FFF2-40B4-BE49-F238E27FC236}">
                      <a16:creationId xmlns:a16="http://schemas.microsoft.com/office/drawing/2014/main" id="{E5506793-DDDC-C894-6C87-80938ABA1F08}"/>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1" name="Rectangle 180">
                  <a:extLst>
                    <a:ext uri="{FF2B5EF4-FFF2-40B4-BE49-F238E27FC236}">
                      <a16:creationId xmlns:a16="http://schemas.microsoft.com/office/drawing/2014/main" id="{0B788540-C194-14A3-3699-5DB58EFC7B3E}"/>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2" name="Rectangle 181">
                  <a:extLst>
                    <a:ext uri="{FF2B5EF4-FFF2-40B4-BE49-F238E27FC236}">
                      <a16:creationId xmlns:a16="http://schemas.microsoft.com/office/drawing/2014/main" id="{CF9C7332-456D-0FE9-C48E-6AEC3A5A35AA}"/>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479B7CF-B008-A7FE-050D-435F13A9FA7C}"/>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41" name="Group 140">
                <a:extLst>
                  <a:ext uri="{FF2B5EF4-FFF2-40B4-BE49-F238E27FC236}">
                    <a16:creationId xmlns:a16="http://schemas.microsoft.com/office/drawing/2014/main" id="{19458F03-CEC0-F5EE-5C68-F9644CCB2CB5}"/>
                  </a:ext>
                </a:extLst>
              </p:cNvPr>
              <p:cNvGrpSpPr/>
              <p:nvPr userDrawn="1"/>
            </p:nvGrpSpPr>
            <p:grpSpPr>
              <a:xfrm>
                <a:off x="12308083" y="2204760"/>
                <a:ext cx="851743" cy="187184"/>
                <a:chOff x="12308083" y="2181904"/>
                <a:chExt cx="851743" cy="187184"/>
              </a:xfrm>
            </p:grpSpPr>
            <p:sp>
              <p:nvSpPr>
                <p:cNvPr id="176" name="Rectangle 175">
                  <a:extLst>
                    <a:ext uri="{FF2B5EF4-FFF2-40B4-BE49-F238E27FC236}">
                      <a16:creationId xmlns:a16="http://schemas.microsoft.com/office/drawing/2014/main" id="{930C1BFB-6812-699F-CA45-597FBDA100BB}"/>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3B4751-C502-21F5-9274-BD2747F383B3}"/>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8" name="Rectangle 177">
                  <a:extLst>
                    <a:ext uri="{FF2B5EF4-FFF2-40B4-BE49-F238E27FC236}">
                      <a16:creationId xmlns:a16="http://schemas.microsoft.com/office/drawing/2014/main" id="{23E893D9-4DAE-0C35-0FFC-71102CAE2663}"/>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7780B53A-BA0F-3A3A-C05D-C6659F0527E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42" name="Group 141">
                <a:extLst>
                  <a:ext uri="{FF2B5EF4-FFF2-40B4-BE49-F238E27FC236}">
                    <a16:creationId xmlns:a16="http://schemas.microsoft.com/office/drawing/2014/main" id="{48F9C644-7450-A352-3021-224392F0AFD2}"/>
                  </a:ext>
                </a:extLst>
              </p:cNvPr>
              <p:cNvGrpSpPr/>
              <p:nvPr userDrawn="1"/>
            </p:nvGrpSpPr>
            <p:grpSpPr>
              <a:xfrm>
                <a:off x="12308083" y="1982477"/>
                <a:ext cx="851743" cy="187184"/>
                <a:chOff x="12308083" y="1960536"/>
                <a:chExt cx="851743" cy="187184"/>
              </a:xfrm>
            </p:grpSpPr>
            <p:sp>
              <p:nvSpPr>
                <p:cNvPr id="172" name="Rectangle 171">
                  <a:extLst>
                    <a:ext uri="{FF2B5EF4-FFF2-40B4-BE49-F238E27FC236}">
                      <a16:creationId xmlns:a16="http://schemas.microsoft.com/office/drawing/2014/main" id="{4B6366C8-7FBB-0A6B-D7F8-11942778F43F}"/>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53E9A3F1-8E52-FB91-639B-79B4223C27E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4" name="Rectangle 173">
                  <a:extLst>
                    <a:ext uri="{FF2B5EF4-FFF2-40B4-BE49-F238E27FC236}">
                      <a16:creationId xmlns:a16="http://schemas.microsoft.com/office/drawing/2014/main" id="{56E19C33-7F03-B399-9FFD-CF29240EB724}"/>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5" name="Rectangle 174">
                  <a:extLst>
                    <a:ext uri="{FF2B5EF4-FFF2-40B4-BE49-F238E27FC236}">
                      <a16:creationId xmlns:a16="http://schemas.microsoft.com/office/drawing/2014/main" id="{2A32B7F2-E474-68C2-3802-3CF01B79A9E1}"/>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43" name="Rectangle 142">
                <a:extLst>
                  <a:ext uri="{FF2B5EF4-FFF2-40B4-BE49-F238E27FC236}">
                    <a16:creationId xmlns:a16="http://schemas.microsoft.com/office/drawing/2014/main" id="{519E8099-0351-3647-2F00-8775093D89A0}"/>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44" name="TextBox 143">
                <a:extLst>
                  <a:ext uri="{FF2B5EF4-FFF2-40B4-BE49-F238E27FC236}">
                    <a16:creationId xmlns:a16="http://schemas.microsoft.com/office/drawing/2014/main" id="{4602BB2A-32E8-6F43-8381-619DFEEDC8B8}"/>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45" name="Rectangle 144">
                <a:extLst>
                  <a:ext uri="{FF2B5EF4-FFF2-40B4-BE49-F238E27FC236}">
                    <a16:creationId xmlns:a16="http://schemas.microsoft.com/office/drawing/2014/main" id="{A8D7CA9D-8564-9209-D442-EFCC34AE4D30}"/>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6" name="TextBox 145">
                <a:extLst>
                  <a:ext uri="{FF2B5EF4-FFF2-40B4-BE49-F238E27FC236}">
                    <a16:creationId xmlns:a16="http://schemas.microsoft.com/office/drawing/2014/main" id="{8DD5FEE4-9660-A6FA-895E-ECE082566318}"/>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147" name="Group 146">
                <a:extLst>
                  <a:ext uri="{FF2B5EF4-FFF2-40B4-BE49-F238E27FC236}">
                    <a16:creationId xmlns:a16="http://schemas.microsoft.com/office/drawing/2014/main" id="{045E1ED8-DC5F-EDC6-70D3-BDE527CA5AE3}"/>
                  </a:ext>
                </a:extLst>
              </p:cNvPr>
              <p:cNvGrpSpPr/>
              <p:nvPr userDrawn="1"/>
            </p:nvGrpSpPr>
            <p:grpSpPr>
              <a:xfrm>
                <a:off x="12308083" y="1312720"/>
                <a:ext cx="851743" cy="190092"/>
                <a:chOff x="12308083" y="1309014"/>
                <a:chExt cx="851743" cy="190092"/>
              </a:xfrm>
            </p:grpSpPr>
            <p:sp>
              <p:nvSpPr>
                <p:cNvPr id="168" name="Rectangle 167">
                  <a:extLst>
                    <a:ext uri="{FF2B5EF4-FFF2-40B4-BE49-F238E27FC236}">
                      <a16:creationId xmlns:a16="http://schemas.microsoft.com/office/drawing/2014/main" id="{C8855FDA-CBBA-9F79-72F3-0ECA5E644830}"/>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9" name="Rectangle 168">
                  <a:extLst>
                    <a:ext uri="{FF2B5EF4-FFF2-40B4-BE49-F238E27FC236}">
                      <a16:creationId xmlns:a16="http://schemas.microsoft.com/office/drawing/2014/main" id="{10B60AEA-27C5-F8F1-0962-997BC12D6A45}"/>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0" name="Rectangle 169">
                  <a:extLst>
                    <a:ext uri="{FF2B5EF4-FFF2-40B4-BE49-F238E27FC236}">
                      <a16:creationId xmlns:a16="http://schemas.microsoft.com/office/drawing/2014/main" id="{44197865-F7DB-713B-DCCA-A13C063F8DAF}"/>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1" name="Rectangle 170">
                  <a:extLst>
                    <a:ext uri="{FF2B5EF4-FFF2-40B4-BE49-F238E27FC236}">
                      <a16:creationId xmlns:a16="http://schemas.microsoft.com/office/drawing/2014/main" id="{847C30F2-D2E8-D211-842E-EEB7AF12ABE0}"/>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48" name="Rectangle 147">
                <a:extLst>
                  <a:ext uri="{FF2B5EF4-FFF2-40B4-BE49-F238E27FC236}">
                    <a16:creationId xmlns:a16="http://schemas.microsoft.com/office/drawing/2014/main" id="{9DFEA5F1-0C89-9F8C-BD1E-58C2125AD30B}"/>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49" name="TextBox 148">
                <a:extLst>
                  <a:ext uri="{FF2B5EF4-FFF2-40B4-BE49-F238E27FC236}">
                    <a16:creationId xmlns:a16="http://schemas.microsoft.com/office/drawing/2014/main" id="{F655BAEF-6E40-50D5-2625-20224CA61273}"/>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150" name="Rectangle 149">
                <a:extLst>
                  <a:ext uri="{FF2B5EF4-FFF2-40B4-BE49-F238E27FC236}">
                    <a16:creationId xmlns:a16="http://schemas.microsoft.com/office/drawing/2014/main" id="{3796D976-BD16-3F5A-E6C8-599BE7E440B3}"/>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51" name="TextBox 150">
                <a:extLst>
                  <a:ext uri="{FF2B5EF4-FFF2-40B4-BE49-F238E27FC236}">
                    <a16:creationId xmlns:a16="http://schemas.microsoft.com/office/drawing/2014/main" id="{85CEBAD4-B495-AE47-20FB-2C97B581ED50}"/>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152" name="Rectangle 151">
                <a:extLst>
                  <a:ext uri="{FF2B5EF4-FFF2-40B4-BE49-F238E27FC236}">
                    <a16:creationId xmlns:a16="http://schemas.microsoft.com/office/drawing/2014/main" id="{A4088C84-462D-BE45-1328-E9E3C40135AB}"/>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3" name="TextBox 152">
                <a:extLst>
                  <a:ext uri="{FF2B5EF4-FFF2-40B4-BE49-F238E27FC236}">
                    <a16:creationId xmlns:a16="http://schemas.microsoft.com/office/drawing/2014/main" id="{11435D4D-2322-21D9-016D-9B261B58F4F9}"/>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54" name="Group 153">
                <a:extLst>
                  <a:ext uri="{FF2B5EF4-FFF2-40B4-BE49-F238E27FC236}">
                    <a16:creationId xmlns:a16="http://schemas.microsoft.com/office/drawing/2014/main" id="{8F438466-3B4E-6D01-E25B-F037642FCBA0}"/>
                  </a:ext>
                </a:extLst>
              </p:cNvPr>
              <p:cNvGrpSpPr/>
              <p:nvPr userDrawn="1"/>
            </p:nvGrpSpPr>
            <p:grpSpPr>
              <a:xfrm>
                <a:off x="12308083" y="3097878"/>
                <a:ext cx="851744" cy="187184"/>
                <a:chOff x="12308083" y="3083609"/>
                <a:chExt cx="851744" cy="187184"/>
              </a:xfrm>
            </p:grpSpPr>
            <p:sp>
              <p:nvSpPr>
                <p:cNvPr id="164" name="Rectangle 163">
                  <a:extLst>
                    <a:ext uri="{FF2B5EF4-FFF2-40B4-BE49-F238E27FC236}">
                      <a16:creationId xmlns:a16="http://schemas.microsoft.com/office/drawing/2014/main" id="{B56B1E15-18F6-C030-EF03-F5BCDC97F84C}"/>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65" name="Rectangle 164">
                  <a:extLst>
                    <a:ext uri="{FF2B5EF4-FFF2-40B4-BE49-F238E27FC236}">
                      <a16:creationId xmlns:a16="http://schemas.microsoft.com/office/drawing/2014/main" id="{0F3EC045-CEE4-3A67-4034-620EC4B618CE}"/>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66" name="Rectangle 165">
                  <a:extLst>
                    <a:ext uri="{FF2B5EF4-FFF2-40B4-BE49-F238E27FC236}">
                      <a16:creationId xmlns:a16="http://schemas.microsoft.com/office/drawing/2014/main" id="{B6EB58EA-AF41-053B-F474-1326A8D728B3}"/>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67" name="Rectangle 166">
                  <a:extLst>
                    <a:ext uri="{FF2B5EF4-FFF2-40B4-BE49-F238E27FC236}">
                      <a16:creationId xmlns:a16="http://schemas.microsoft.com/office/drawing/2014/main" id="{4E802AB2-9906-009C-7074-10106867AC6C}"/>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55" name="Group 154">
                <a:extLst>
                  <a:ext uri="{FF2B5EF4-FFF2-40B4-BE49-F238E27FC236}">
                    <a16:creationId xmlns:a16="http://schemas.microsoft.com/office/drawing/2014/main" id="{A02899D6-7343-6807-E22F-FDDCDD993B2A}"/>
                  </a:ext>
                </a:extLst>
              </p:cNvPr>
              <p:cNvGrpSpPr/>
              <p:nvPr userDrawn="1"/>
            </p:nvGrpSpPr>
            <p:grpSpPr>
              <a:xfrm>
                <a:off x="12308083" y="2872314"/>
                <a:ext cx="851744" cy="187184"/>
                <a:chOff x="12308083" y="2872314"/>
                <a:chExt cx="851744" cy="187184"/>
              </a:xfrm>
            </p:grpSpPr>
            <p:sp>
              <p:nvSpPr>
                <p:cNvPr id="160" name="Rectangle 159">
                  <a:extLst>
                    <a:ext uri="{FF2B5EF4-FFF2-40B4-BE49-F238E27FC236}">
                      <a16:creationId xmlns:a16="http://schemas.microsoft.com/office/drawing/2014/main" id="{21A362B3-06E0-7B12-799E-DDB330C00E37}"/>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61" name="Rectangle 160">
                  <a:extLst>
                    <a:ext uri="{FF2B5EF4-FFF2-40B4-BE49-F238E27FC236}">
                      <a16:creationId xmlns:a16="http://schemas.microsoft.com/office/drawing/2014/main" id="{A3752BFE-53D0-2746-80DA-30B09D9E243F}"/>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62" name="Rectangle 161">
                  <a:extLst>
                    <a:ext uri="{FF2B5EF4-FFF2-40B4-BE49-F238E27FC236}">
                      <a16:creationId xmlns:a16="http://schemas.microsoft.com/office/drawing/2014/main" id="{5928DDC3-6A13-B1C0-E9E4-BF4AF1A914EE}"/>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63" name="Rectangle 162">
                  <a:extLst>
                    <a:ext uri="{FF2B5EF4-FFF2-40B4-BE49-F238E27FC236}">
                      <a16:creationId xmlns:a16="http://schemas.microsoft.com/office/drawing/2014/main" id="{55A23E02-0617-F1A7-F941-E1CCB7A91C02}"/>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56" name="Rectangle 155">
                <a:extLst>
                  <a:ext uri="{FF2B5EF4-FFF2-40B4-BE49-F238E27FC236}">
                    <a16:creationId xmlns:a16="http://schemas.microsoft.com/office/drawing/2014/main" id="{A869BC7E-DECE-70C9-0217-721AC1C526B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7" name="TextBox 156">
                <a:extLst>
                  <a:ext uri="{FF2B5EF4-FFF2-40B4-BE49-F238E27FC236}">
                    <a16:creationId xmlns:a16="http://schemas.microsoft.com/office/drawing/2014/main" id="{F828B841-C937-8EC9-F97E-E416CA3CF237}"/>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58" name="Rectangle 157">
                <a:extLst>
                  <a:ext uri="{FF2B5EF4-FFF2-40B4-BE49-F238E27FC236}">
                    <a16:creationId xmlns:a16="http://schemas.microsoft.com/office/drawing/2014/main" id="{057EB29A-DAF4-336A-40CA-2316D255CE1F}"/>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9" name="TextBox 158">
                <a:extLst>
                  <a:ext uri="{FF2B5EF4-FFF2-40B4-BE49-F238E27FC236}">
                    <a16:creationId xmlns:a16="http://schemas.microsoft.com/office/drawing/2014/main" id="{826AFADD-43C3-862E-F2F4-669C42E47BDB}"/>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
          <p:nvSpPr>
            <p:cNvPr id="196" name="TextBox 195">
              <a:extLst>
                <a:ext uri="{FF2B5EF4-FFF2-40B4-BE49-F238E27FC236}">
                  <a16:creationId xmlns:a16="http://schemas.microsoft.com/office/drawing/2014/main" id="{8EA23403-32AE-79A5-932B-0A8918AE2A57}"/>
                </a:ext>
              </a:extLst>
            </p:cNvPr>
            <p:cNvSpPr txBox="1"/>
            <p:nvPr/>
          </p:nvSpPr>
          <p:spPr>
            <a:xfrm>
              <a:off x="7785061" y="1549387"/>
              <a:ext cx="1110737" cy="184666"/>
            </a:xfrm>
            <a:prstGeom prst="rect">
              <a:avLst/>
            </a:prstGeom>
            <a:noFill/>
          </p:spPr>
          <p:txBody>
            <a:bodyPr wrap="square" lIns="0" rIns="0" rtlCol="0">
              <a:spAutoFit/>
            </a:bodyPr>
            <a:lstStyle/>
            <a:p>
              <a:pPr algn="ctr">
                <a:tabLst>
                  <a:tab pos="285750" algn="l"/>
                  <a:tab pos="571500" algn="l"/>
                  <a:tab pos="857250" algn="l"/>
                </a:tabLst>
              </a:pPr>
              <a:r>
                <a:rPr lang="en-US" sz="600" dirty="0">
                  <a:solidFill>
                    <a:schemeClr val="tx1"/>
                  </a:solidFill>
                  <a:latin typeface="+mj-lt"/>
                </a:rPr>
                <a:t>100%</a:t>
              </a:r>
              <a:r>
                <a:rPr lang="en-US" sz="600" dirty="0">
                  <a:latin typeface="+mj-lt"/>
                </a:rPr>
                <a:t>	</a:t>
              </a:r>
              <a:r>
                <a:rPr lang="en-US" sz="600" dirty="0">
                  <a:solidFill>
                    <a:schemeClr val="tx1"/>
                  </a:solidFill>
                  <a:latin typeface="+mj-lt"/>
                </a:rPr>
                <a:t>50%	75%	25%</a:t>
              </a:r>
            </a:p>
          </p:txBody>
        </p:sp>
      </p:grpSp>
    </p:spTree>
    <p:custDataLst>
      <p:tags r:id="rId1"/>
    </p:custDataLst>
    <p:extLst>
      <p:ext uri="{BB962C8B-B14F-4D97-AF65-F5344CB8AC3E}">
        <p14:creationId xmlns:p14="http://schemas.microsoft.com/office/powerpoint/2010/main" val="416146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