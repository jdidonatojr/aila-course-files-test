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31.svg" ContentType="image/svg+xml"/>
  <Override PartName="/ppt/media/image3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33" r:id="rId4"/>
  </p:sldMasterIdLst>
  <p:notesMasterIdLst>
    <p:notesMasterId r:id="rId9"/>
  </p:notesMasterIdLst>
  <p:handoutMasterIdLst>
    <p:handoutMasterId r:id="rId10"/>
  </p:handoutMasterIdLst>
  <p:sldIdLst>
    <p:sldId id="256" r:id="rId8"/>
    <p:sldId id="257" r:id="rId7"/>
    <p:sldId id="258" r:id="rId6"/>
    <p:sldId id="259" r:id="rId5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46" userDrawn="1">
          <p15:clr>
            <a:srgbClr val="A4A3A4"/>
          </p15:clr>
        </p15:guide>
        <p15:guide id="5" pos="232" userDrawn="1">
          <p15:clr>
            <a:srgbClr val="A4A3A4"/>
          </p15:clr>
        </p15:guide>
        <p15:guide id="6" pos="7393" userDrawn="1">
          <p15:clr>
            <a:srgbClr val="A4A3A4"/>
          </p15:clr>
        </p15:guide>
        <p15:guide id="7" orient="horz" pos="1057" userDrawn="1">
          <p15:clr>
            <a:srgbClr val="A4A3A4"/>
          </p15:clr>
        </p15:guide>
        <p15:guide id="8" orient="horz" pos="39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EE4A01-D86D-8630-2852-E361F55E7108}" name="Singh, Sudhir" initials="SS" userId="S::SudhirKumar.Singh@in.imshealth.com::134f7331-3f39-4975-8ec9-a401332c6790" providerId="AD"/>
  <p188:author id="{B301532F-A660-C23B-440B-CBD5CDF7129B}" name="Shankar, Vijay" initials="VS" userId="S::VShankar@in.imshealth.com::b85f1387-40d0-4ed1-aca3-6e1b9cba58e4" providerId="AD"/>
  <p188:author id="{276F5A30-B796-952A-55D8-9521D057CD0C}" name="Rabbitt, Erin" initials="ER" userId="S::erin.rabbitt@quintiles.com::716d4cb3-a53a-40ae-be3d-1e46e22e23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405"/>
    <a:srgbClr val="00CCFF"/>
    <a:srgbClr val="0CEFC3"/>
    <a:srgbClr val="AFA2F0"/>
    <a:srgbClr val="202C31"/>
    <a:srgbClr val="DA291C"/>
    <a:srgbClr val="140B42"/>
    <a:srgbClr val="FF0000"/>
    <a:srgbClr val="00BFB3"/>
    <a:srgbClr val="6CE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D88D3-57D0-443F-B9CB-881059B76D93}" v="3" dt="2026-09-04T23:14:56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23" autoAdjust="0"/>
  </p:normalViewPr>
  <p:slideViewPr>
    <p:cSldViewPr snapToGrid="0">
      <p:cViewPr varScale="1">
        <p:scale>
          <a:sx n="96" d="100"/>
          <a:sy n="96" d="100"/>
        </p:scale>
        <p:origin x="1400" y="48"/>
      </p:cViewPr>
      <p:guideLst>
        <p:guide orient="horz" pos="946"/>
        <p:guide pos="232"/>
        <p:guide pos="7393"/>
        <p:guide orient="horz" pos="1057"/>
        <p:guide orient="horz" pos="39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microsoft.com/office/2018/10/relationships/authors" Target="authors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DiDonato" userId="722b7c6ef7714cf9" providerId="LiveId" clId="{A080539A-E165-41BC-8563-9EBD7C42CDBF}"/>
    <pc:docChg chg="undo custSel addSld delSld modSld">
      <pc:chgData name="Joe DiDonato" userId="722b7c6ef7714cf9" providerId="LiveId" clId="{A080539A-E165-41BC-8563-9EBD7C42CDBF}" dt="2026-09-04T23:30:16.933" v="11" actId="680"/>
      <pc:docMkLst>
        <pc:docMk/>
      </pc:docMkLst>
      <pc:sldChg chg="add del">
        <pc:chgData name="Joe DiDonato" userId="722b7c6ef7714cf9" providerId="LiveId" clId="{A080539A-E165-41BC-8563-9EBD7C42CDBF}" dt="2026-09-04T23:15:31.166" v="5" actId="47"/>
        <pc:sldMkLst>
          <pc:docMk/>
          <pc:sldMk cId="2507379515" sldId="262"/>
        </pc:sldMkLst>
      </pc:sldChg>
      <pc:sldChg chg="addSp delSp modSp mod modClrScheme chgLayout">
        <pc:chgData name="Joe DiDonato" userId="722b7c6ef7714cf9" providerId="LiveId" clId="{A080539A-E165-41BC-8563-9EBD7C42CDBF}" dt="2026-09-04T23:29:18.734" v="7" actId="700"/>
        <pc:sldMkLst>
          <pc:docMk/>
          <pc:sldMk cId="2309120140" sldId="2147471497"/>
        </pc:sldMkLst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" creationId="{54B0363D-8506-4E8C-9D7F-1F2ACF0C864C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3" creationId="{128A6F27-97FC-4A26-B1D1-1E39CC1E905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4" creationId="{BF92F701-A0A1-743F-16E7-26AC9636CD7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5" creationId="{980AC70E-0A6C-5292-1A7F-77F9AB2F2F9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0" creationId="{02F942F2-99DC-1503-E1E8-84AAF1FA780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1" creationId="{FD73201C-36B7-A433-9BB6-87136534EFC2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2" creationId="{EC4C9842-8C22-C5C2-0A5C-B465ABEC934C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3" creationId="{E460EA54-F373-C5F6-18B2-0A72CFAEF832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4" creationId="{F89D5E47-82F2-6FF9-DCDE-A582A85C88AA}"/>
          </ac:spMkLst>
        </pc:spChg>
      </pc:sldChg>
      <pc:sldChg chg="addSp delSp modSp new del mod modClrScheme chgLayout">
        <pc:chgData name="Joe DiDonato" userId="722b7c6ef7714cf9" providerId="LiveId" clId="{A080539A-E165-41BC-8563-9EBD7C42CDBF}" dt="2026-09-04T23:30:16.933" v="11" actId="680"/>
        <pc:sldMkLst>
          <pc:docMk/>
          <pc:sldMk cId="1572344585" sldId="2147471498"/>
        </pc:sldMkLst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2" creationId="{CF99A844-45B6-C313-2935-F83B097B9FD3}"/>
          </ac:spMkLst>
        </pc:spChg>
        <pc:spChg chg="add del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3" creationId="{F7606A93-447D-912B-C49F-EEFB95DC098E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4" creationId="{938487F3-E784-13EF-B383-EDA0F2AA2601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5" creationId="{A17FAA4A-E047-F483-B3B0-871A22D295C9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6" creationId="{23411B0E-8C2C-0D9F-7757-9E610A398B9D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7" creationId="{70B49A0D-0EEC-1AAD-014D-59B2E4035247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8" creationId="{F6BD4457-2979-2725-8ADD-4569D14791C6}"/>
          </ac:spMkLst>
        </pc:spChg>
      </pc:sldChg>
      <pc:sldChg chg="add del">
        <pc:chgData name="Joe DiDonato" userId="722b7c6ef7714cf9" providerId="LiveId" clId="{A080539A-E165-41BC-8563-9EBD7C42CDBF}" dt="2026-09-04T23:15:28.677" v="3" actId="47"/>
        <pc:sldMkLst>
          <pc:docMk/>
          <pc:sldMk cId="3841716922" sldId="2147471498"/>
        </pc:sldMkLst>
      </pc:sldChg>
      <pc:sldChg chg="add del">
        <pc:chgData name="Joe DiDonato" userId="722b7c6ef7714cf9" providerId="LiveId" clId="{A080539A-E165-41BC-8563-9EBD7C42CDBF}" dt="2026-09-04T23:15:30.386" v="4" actId="47"/>
        <pc:sldMkLst>
          <pc:docMk/>
          <pc:sldMk cId="73009922" sldId="2147471499"/>
        </pc:sldMkLst>
      </pc:sldChg>
      <pc:sldMasterChg chg="delSldLayout">
        <pc:chgData name="Joe DiDonato" userId="722b7c6ef7714cf9" providerId="LiveId" clId="{A080539A-E165-41BC-8563-9EBD7C42CDBF}" dt="2026-09-04T23:15:31.166" v="5" actId="47"/>
        <pc:sldMasterMkLst>
          <pc:docMk/>
          <pc:sldMasterMk cId="1987436075" sldId="2147484233"/>
        </pc:sldMasterMkLst>
        <pc:sldLayoutChg chg="del">
          <pc:chgData name="Joe DiDonato" userId="722b7c6ef7714cf9" providerId="LiveId" clId="{A080539A-E165-41BC-8563-9EBD7C42CDBF}" dt="2026-09-04T23:15:28.677" v="3" actId="47"/>
          <pc:sldLayoutMkLst>
            <pc:docMk/>
            <pc:sldMasterMk cId="1987436075" sldId="2147484233"/>
            <pc:sldLayoutMk cId="3311858954" sldId="2147484354"/>
          </pc:sldLayoutMkLst>
        </pc:sldLayoutChg>
        <pc:sldLayoutChg chg="del">
          <pc:chgData name="Joe DiDonato" userId="722b7c6ef7714cf9" providerId="LiveId" clId="{A080539A-E165-41BC-8563-9EBD7C42CDBF}" dt="2026-09-04T23:15:31.166" v="5" actId="47"/>
          <pc:sldLayoutMkLst>
            <pc:docMk/>
            <pc:sldMasterMk cId="1987436075" sldId="2147484233"/>
            <pc:sldLayoutMk cId="4209369690" sldId="2147484355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9/4/2026</a:t>
            </a:fld>
            <a:endParaRPr lang="en-US" sz="1000" i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sv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9/4/2026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74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spcBef>
        <a:spcPts val="400"/>
      </a:spcBef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›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2763" indent="-166688" algn="l" defTabSz="914400" rtl="0" eaLnBrk="1" latinLnBrk="0" hangingPunct="1">
      <a:spcBef>
        <a:spcPts val="400"/>
      </a:spcBef>
      <a:buFont typeface="Arial" panose="020B0604020202020204" pitchFamily="34" charset="0"/>
      <a:buChar char="»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30238" indent="-117475" algn="l" defTabSz="914400" rtl="0" eaLnBrk="1" latinLnBrk="0" hangingPunct="1">
      <a:spcBef>
        <a:spcPts val="400"/>
      </a:spcBef>
      <a:buSzPct val="75000"/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5.jpe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Relationship Id="rId5" Type="http://schemas.openxmlformats.org/officeDocument/2006/relationships/image" Target="../media/image10.svg"/><Relationship Id="rId6" Type="http://schemas.openxmlformats.org/officeDocument/2006/relationships/image" Target="../media/image2.svg"/><Relationship Id="rId7" Type="http://schemas.openxmlformats.org/officeDocument/2006/relationships/image" Target="../media/image1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Relationship Id="rId5" Type="http://schemas.openxmlformats.org/officeDocument/2006/relationships/image" Target="../media/image12.svg"/><Relationship Id="rId6" Type="http://schemas.openxmlformats.org/officeDocument/2006/relationships/image" Target="../media/image2.sv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Relationship Id="rId5" Type="http://schemas.openxmlformats.org/officeDocument/2006/relationships/image" Target="../media/image17.svg"/><Relationship Id="rId6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Relationship Id="rId5" Type="http://schemas.openxmlformats.org/officeDocument/2006/relationships/image" Target="../media/image8.jpeg"/><Relationship Id="rId6" Type="http://schemas.openxmlformats.org/officeDocument/2006/relationships/image" Target="../media/image7.jpeg"/><Relationship Id="rId7" Type="http://schemas.openxmlformats.org/officeDocument/2006/relationships/image" Target="../media/image6.svg"/><Relationship Id="rId8" Type="http://schemas.openxmlformats.org/officeDocument/2006/relationships/image" Target="../media/image18.jpeg"/><Relationship Id="rId9" Type="http://schemas.openxmlformats.org/officeDocument/2006/relationships/image" Target="../media/image19.svg"/><Relationship Id="rId10" Type="http://schemas.openxmlformats.org/officeDocument/2006/relationships/image" Target="../media/image2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22.jpeg"/><Relationship Id="rId6" Type="http://schemas.openxmlformats.org/officeDocument/2006/relationships/image" Target="../media/image2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Relationship Id="rId6" Type="http://schemas.openxmlformats.org/officeDocument/2006/relationships/image" Target="../media/image2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Relationship Id="rId5" Type="http://schemas.openxmlformats.org/officeDocument/2006/relationships/image" Target="../media/image23.jpe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7.jpeg"/><Relationship Id="rId6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28.jpeg"/><Relationship Id="rId6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1.emf"/><Relationship Id="rId5" Type="http://schemas.openxmlformats.org/officeDocument/2006/relationships/image" Target="../media/image29.jpeg"/><Relationship Id="rId6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30.jpe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1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31.svg"/><Relationship Id="rId6" Type="http://schemas.openxmlformats.org/officeDocument/2006/relationships/image" Target="../media/image32.jpeg"/><Relationship Id="rId7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3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067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BDF996A-067F-C41E-7B0E-6CA1AB5BF3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65812" y="0"/>
            <a:ext cx="9026188" cy="6858000"/>
          </a:xfrm>
          <a:custGeom>
            <a:avLst/>
            <a:gdLst>
              <a:gd name="connsiteX0" fmla="*/ 0 w 9026188"/>
              <a:gd name="connsiteY0" fmla="*/ 0 h 6858000"/>
              <a:gd name="connsiteX1" fmla="*/ 9026188 w 9026188"/>
              <a:gd name="connsiteY1" fmla="*/ 0 h 6858000"/>
              <a:gd name="connsiteX2" fmla="*/ 9026188 w 9026188"/>
              <a:gd name="connsiteY2" fmla="*/ 6858000 h 6858000"/>
              <a:gd name="connsiteX3" fmla="*/ 0 w 9026188"/>
              <a:gd name="connsiteY3" fmla="*/ 6858000 h 6858000"/>
              <a:gd name="connsiteX4" fmla="*/ 3429000 w 9026188"/>
              <a:gd name="connsiteY4" fmla="*/ 3429000 h 6858000"/>
              <a:gd name="connsiteX5" fmla="*/ 0 w 90261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6188" h="6858000">
                <a:moveTo>
                  <a:pt x="0" y="0"/>
                </a:moveTo>
                <a:lnTo>
                  <a:pt x="9026188" y="0"/>
                </a:lnTo>
                <a:lnTo>
                  <a:pt x="9026188" y="6858000"/>
                </a:ln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8A32BA-45AE-C130-28F4-09992A987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12884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81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2F88DAF-07DE-80FF-028B-5A5FF467D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B0524C2-AB74-83EE-C93A-A95B62225BD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67412" y="0"/>
            <a:ext cx="6434847" cy="6858000"/>
          </a:xfrm>
          <a:custGeom>
            <a:avLst/>
            <a:gdLst>
              <a:gd name="connsiteX0" fmla="*/ 0 w 6434847"/>
              <a:gd name="connsiteY0" fmla="*/ 0 h 6858000"/>
              <a:gd name="connsiteX1" fmla="*/ 3005847 w 6434847"/>
              <a:gd name="connsiteY1" fmla="*/ 0 h 6858000"/>
              <a:gd name="connsiteX2" fmla="*/ 6434847 w 6434847"/>
              <a:gd name="connsiteY2" fmla="*/ 3429000 h 6858000"/>
              <a:gd name="connsiteX3" fmla="*/ 3005847 w 6434847"/>
              <a:gd name="connsiteY3" fmla="*/ 6858000 h 6858000"/>
              <a:gd name="connsiteX4" fmla="*/ 0 w 6434847"/>
              <a:gd name="connsiteY4" fmla="*/ 6858000 h 6858000"/>
              <a:gd name="connsiteX5" fmla="*/ 3429000 w 6434847"/>
              <a:gd name="connsiteY5" fmla="*/ 3429000 h 6858000"/>
              <a:gd name="connsiteX6" fmla="*/ 0 w 6434847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4847" h="6858000">
                <a:moveTo>
                  <a:pt x="0" y="0"/>
                </a:moveTo>
                <a:lnTo>
                  <a:pt x="3005847" y="0"/>
                </a:lnTo>
                <a:cubicBezTo>
                  <a:pt x="4899631" y="0"/>
                  <a:pt x="6434847" y="1535216"/>
                  <a:pt x="6434847" y="3429000"/>
                </a:cubicBezTo>
                <a:cubicBezTo>
                  <a:pt x="6434847" y="5322784"/>
                  <a:pt x="4899631" y="6858000"/>
                  <a:pt x="3005847" y="6858000"/>
                </a:cubicBez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749040" anchor="ctr">
            <a:noAutofit/>
          </a:bodyPr>
          <a:lstStyle>
            <a:lvl1pPr marL="0" indent="0" algn="r"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C55EDFF-03EC-F7FE-A5CE-E9171F0FD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407570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3414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149D81-FD4B-DC76-CAF0-EE426536CA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98473" y="2"/>
            <a:ext cx="4993529" cy="6857999"/>
          </a:xfrm>
          <a:custGeom>
            <a:avLst/>
            <a:gdLst>
              <a:gd name="connsiteX0" fmla="*/ 1703159 w 4993529"/>
              <a:gd name="connsiteY0" fmla="*/ 0 h 6857999"/>
              <a:gd name="connsiteX1" fmla="*/ 4993529 w 4993529"/>
              <a:gd name="connsiteY1" fmla="*/ 0 h 6857999"/>
              <a:gd name="connsiteX2" fmla="*/ 4993529 w 4993529"/>
              <a:gd name="connsiteY2" fmla="*/ 6857999 h 6857999"/>
              <a:gd name="connsiteX3" fmla="*/ 1703166 w 4993529"/>
              <a:gd name="connsiteY3" fmla="*/ 6857999 h 6857999"/>
              <a:gd name="connsiteX4" fmla="*/ 1566432 w 4993529"/>
              <a:gd name="connsiteY4" fmla="*/ 6750547 h 6857999"/>
              <a:gd name="connsiteX5" fmla="*/ 0 w 4993529"/>
              <a:gd name="connsiteY5" fmla="*/ 3428996 h 6857999"/>
              <a:gd name="connsiteX6" fmla="*/ 1566433 w 4993529"/>
              <a:gd name="connsiteY6" fmla="*/ 10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529" h="6857999">
                <a:moveTo>
                  <a:pt x="1703159" y="0"/>
                </a:moveTo>
                <a:lnTo>
                  <a:pt x="4993529" y="0"/>
                </a:lnTo>
                <a:lnTo>
                  <a:pt x="4993529" y="6857999"/>
                </a:lnTo>
                <a:lnTo>
                  <a:pt x="1703166" y="6857999"/>
                </a:lnTo>
                <a:lnTo>
                  <a:pt x="1566432" y="6750547"/>
                </a:lnTo>
                <a:cubicBezTo>
                  <a:pt x="609773" y="5961041"/>
                  <a:pt x="0" y="4766229"/>
                  <a:pt x="0" y="3428996"/>
                </a:cubicBezTo>
                <a:cubicBezTo>
                  <a:pt x="1" y="2091763"/>
                  <a:pt x="609775" y="896951"/>
                  <a:pt x="1566433" y="107445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8" y="3669831"/>
            <a:ext cx="5578912" cy="9549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6909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83229" y="83754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734FFF4D-C595-1C02-3284-439FA4259BB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D16DF4-1248-421F-6EC8-178149D3D334}"/>
              </a:ext>
            </a:extLst>
          </p:cNvPr>
          <p:cNvSpPr txBox="1"/>
          <p:nvPr userDrawn="1"/>
        </p:nvSpPr>
        <p:spPr bwMode="black">
          <a:xfrm>
            <a:off x="5602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A5D0DDA-43DE-B7ED-926F-B2A9412B7D7B}"/>
              </a:ext>
            </a:extLst>
          </p:cNvPr>
          <p:cNvSpPr/>
          <p:nvPr userDrawn="1"/>
        </p:nvSpPr>
        <p:spPr>
          <a:xfrm rot="5400000">
            <a:off x="361950" y="349250"/>
            <a:ext cx="551180" cy="1275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40BC821-F126-C42A-9321-67F78D8191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4736677"/>
            <a:ext cx="5578912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094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448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DE7A219-BFB8-A500-5B97-DA711CAAB05D}"/>
              </a:ext>
            </a:extLst>
          </p:cNvPr>
          <p:cNvSpPr/>
          <p:nvPr userDrawn="1"/>
        </p:nvSpPr>
        <p:spPr>
          <a:xfrm>
            <a:off x="-2" y="-1"/>
            <a:ext cx="12192000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185957"/>
            <a:ext cx="5198505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5683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3F45A5-691A-331A-0A5E-EF9DC3E5E9D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990F88C9-134E-565F-6E26-6417D9962BB5}"/>
              </a:ext>
            </a:extLst>
          </p:cNvPr>
          <p:cNvSpPr/>
          <p:nvPr userDrawn="1"/>
        </p:nvSpPr>
        <p:spPr>
          <a:xfrm rot="5400000">
            <a:off x="1858678" y="1846115"/>
            <a:ext cx="1127091" cy="48444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696104"/>
            <a:ext cx="4187369" cy="11397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A9D05-7CC8-8C49-7E62-59B4C4A868D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36EA6A8-471B-A5CE-D31B-50ED62AD5F2C}"/>
              </a:ext>
            </a:extLst>
          </p:cNvPr>
          <p:cNvSpPr/>
          <p:nvPr userDrawn="1"/>
        </p:nvSpPr>
        <p:spPr>
          <a:xfrm>
            <a:off x="11385549" y="2754630"/>
            <a:ext cx="806451" cy="1520190"/>
          </a:xfrm>
          <a:custGeom>
            <a:avLst/>
            <a:gdLst>
              <a:gd name="connsiteX0" fmla="*/ 760095 w 806451"/>
              <a:gd name="connsiteY0" fmla="*/ 0 h 1520190"/>
              <a:gd name="connsiteX1" fmla="*/ 806451 w 806451"/>
              <a:gd name="connsiteY1" fmla="*/ 0 h 1520190"/>
              <a:gd name="connsiteX2" fmla="*/ 806451 w 806451"/>
              <a:gd name="connsiteY2" fmla="*/ 1520190 h 1520190"/>
              <a:gd name="connsiteX3" fmla="*/ 760095 w 806451"/>
              <a:gd name="connsiteY3" fmla="*/ 1520190 h 1520190"/>
              <a:gd name="connsiteX4" fmla="*/ 0 w 806451"/>
              <a:gd name="connsiteY4" fmla="*/ 760095 h 1520190"/>
              <a:gd name="connsiteX5" fmla="*/ 760095 w 806451"/>
              <a:gd name="connsiteY5" fmla="*/ 0 h 152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451" h="1520190">
                <a:moveTo>
                  <a:pt x="760095" y="0"/>
                </a:moveTo>
                <a:lnTo>
                  <a:pt x="806451" y="0"/>
                </a:lnTo>
                <a:lnTo>
                  <a:pt x="806451" y="1520190"/>
                </a:lnTo>
                <a:lnTo>
                  <a:pt x="760095" y="1520190"/>
                </a:lnTo>
                <a:cubicBezTo>
                  <a:pt x="340306" y="1520190"/>
                  <a:pt x="0" y="1179884"/>
                  <a:pt x="0" y="760095"/>
                </a:cubicBezTo>
                <a:cubicBezTo>
                  <a:pt x="0" y="340306"/>
                  <a:pt x="340306" y="0"/>
                  <a:pt x="760095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B1090A-172E-249E-20D1-9ED6F9778154}"/>
              </a:ext>
            </a:extLst>
          </p:cNvPr>
          <p:cNvSpPr/>
          <p:nvPr userDrawn="1"/>
        </p:nvSpPr>
        <p:spPr>
          <a:xfrm>
            <a:off x="8154670" y="3101975"/>
            <a:ext cx="825500" cy="825500"/>
          </a:xfrm>
          <a:prstGeom prst="ellipse">
            <a:avLst/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78834BD-6122-8897-155C-7D8AAA482567}"/>
              </a:ext>
            </a:extLst>
          </p:cNvPr>
          <p:cNvSpPr/>
          <p:nvPr userDrawn="1"/>
        </p:nvSpPr>
        <p:spPr>
          <a:xfrm>
            <a:off x="5938520" y="882316"/>
            <a:ext cx="2494280" cy="96393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536A388-F38A-423D-0271-552744C160CC}"/>
              </a:ext>
            </a:extLst>
          </p:cNvPr>
          <p:cNvSpPr/>
          <p:nvPr userDrawn="1"/>
        </p:nvSpPr>
        <p:spPr>
          <a:xfrm>
            <a:off x="10173970" y="5084778"/>
            <a:ext cx="2018031" cy="782320"/>
          </a:xfrm>
          <a:custGeom>
            <a:avLst/>
            <a:gdLst>
              <a:gd name="connsiteX0" fmla="*/ 391160 w 2018031"/>
              <a:gd name="connsiteY0" fmla="*/ 0 h 782320"/>
              <a:gd name="connsiteX1" fmla="*/ 2018031 w 2018031"/>
              <a:gd name="connsiteY1" fmla="*/ 0 h 782320"/>
              <a:gd name="connsiteX2" fmla="*/ 2018031 w 2018031"/>
              <a:gd name="connsiteY2" fmla="*/ 782320 h 782320"/>
              <a:gd name="connsiteX3" fmla="*/ 391160 w 2018031"/>
              <a:gd name="connsiteY3" fmla="*/ 782320 h 782320"/>
              <a:gd name="connsiteX4" fmla="*/ 0 w 2018031"/>
              <a:gd name="connsiteY4" fmla="*/ 391160 h 782320"/>
              <a:gd name="connsiteX5" fmla="*/ 391160 w 2018031"/>
              <a:gd name="connsiteY5" fmla="*/ 0 h 782320"/>
              <a:gd name="connsiteX0" fmla="*/ 2018031 w 2109471"/>
              <a:gd name="connsiteY0" fmla="*/ 782320 h 873760"/>
              <a:gd name="connsiteX1" fmla="*/ 391160 w 2109471"/>
              <a:gd name="connsiteY1" fmla="*/ 782320 h 873760"/>
              <a:gd name="connsiteX2" fmla="*/ 0 w 2109471"/>
              <a:gd name="connsiteY2" fmla="*/ 391160 h 873760"/>
              <a:gd name="connsiteX3" fmla="*/ 391160 w 2109471"/>
              <a:gd name="connsiteY3" fmla="*/ 0 h 873760"/>
              <a:gd name="connsiteX4" fmla="*/ 2018031 w 2109471"/>
              <a:gd name="connsiteY4" fmla="*/ 0 h 873760"/>
              <a:gd name="connsiteX5" fmla="*/ 2109471 w 2109471"/>
              <a:gd name="connsiteY5" fmla="*/ 873760 h 873760"/>
              <a:gd name="connsiteX0" fmla="*/ 2018031 w 2018031"/>
              <a:gd name="connsiteY0" fmla="*/ 782320 h 782320"/>
              <a:gd name="connsiteX1" fmla="*/ 391160 w 2018031"/>
              <a:gd name="connsiteY1" fmla="*/ 782320 h 782320"/>
              <a:gd name="connsiteX2" fmla="*/ 0 w 2018031"/>
              <a:gd name="connsiteY2" fmla="*/ 391160 h 782320"/>
              <a:gd name="connsiteX3" fmla="*/ 391160 w 2018031"/>
              <a:gd name="connsiteY3" fmla="*/ 0 h 782320"/>
              <a:gd name="connsiteX4" fmla="*/ 2018031 w 2018031"/>
              <a:gd name="connsiteY4" fmla="*/ 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8031" h="782320">
                <a:moveTo>
                  <a:pt x="2018031" y="782320"/>
                </a:moveTo>
                <a:lnTo>
                  <a:pt x="391160" y="782320"/>
                </a:lnTo>
                <a:cubicBezTo>
                  <a:pt x="175128" y="782320"/>
                  <a:pt x="0" y="607192"/>
                  <a:pt x="0" y="391160"/>
                </a:cubicBezTo>
                <a:cubicBezTo>
                  <a:pt x="0" y="175128"/>
                  <a:pt x="175128" y="0"/>
                  <a:pt x="391160" y="0"/>
                </a:cubicBezTo>
                <a:lnTo>
                  <a:pt x="2018031" y="0"/>
                </a:lnTo>
              </a:path>
            </a:pathLst>
          </a:cu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4B3972EC-C773-5A43-FB97-099CB4BCD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2975" y="4600908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1C08761-BCFD-2804-56C5-147560B2751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11025" y="2779604"/>
            <a:ext cx="1470242" cy="1470242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 wrap="non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image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93C421-0BFF-D458-4C46-91C277AFC2F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69200" y="488950"/>
            <a:ext cx="3587750" cy="1750662"/>
          </a:xfrm>
          <a:custGeom>
            <a:avLst/>
            <a:gdLst>
              <a:gd name="connsiteX0" fmla="*/ 875331 w 3587750"/>
              <a:gd name="connsiteY0" fmla="*/ 0 h 1750662"/>
              <a:gd name="connsiteX1" fmla="*/ 2712419 w 3587750"/>
              <a:gd name="connsiteY1" fmla="*/ 0 h 1750662"/>
              <a:gd name="connsiteX2" fmla="*/ 3587750 w 3587750"/>
              <a:gd name="connsiteY2" fmla="*/ 875331 h 1750662"/>
              <a:gd name="connsiteX3" fmla="*/ 2712419 w 3587750"/>
              <a:gd name="connsiteY3" fmla="*/ 1750662 h 1750662"/>
              <a:gd name="connsiteX4" fmla="*/ 875331 w 3587750"/>
              <a:gd name="connsiteY4" fmla="*/ 1750662 h 1750662"/>
              <a:gd name="connsiteX5" fmla="*/ 0 w 3587750"/>
              <a:gd name="connsiteY5" fmla="*/ 875331 h 1750662"/>
              <a:gd name="connsiteX6" fmla="*/ 875331 w 3587750"/>
              <a:gd name="connsiteY6" fmla="*/ 0 h 17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7750" h="1750662">
                <a:moveTo>
                  <a:pt x="875331" y="0"/>
                </a:moveTo>
                <a:lnTo>
                  <a:pt x="2712419" y="0"/>
                </a:lnTo>
                <a:cubicBezTo>
                  <a:pt x="3195851" y="0"/>
                  <a:pt x="3587750" y="391899"/>
                  <a:pt x="3587750" y="875331"/>
                </a:cubicBezTo>
                <a:cubicBezTo>
                  <a:pt x="3587750" y="1358763"/>
                  <a:pt x="3195851" y="1750662"/>
                  <a:pt x="2712419" y="1750662"/>
                </a:cubicBezTo>
                <a:lnTo>
                  <a:pt x="875331" y="1750662"/>
                </a:lnTo>
                <a:cubicBezTo>
                  <a:pt x="391899" y="1750662"/>
                  <a:pt x="0" y="1358763"/>
                  <a:pt x="0" y="875331"/>
                </a:cubicBezTo>
                <a:cubicBezTo>
                  <a:pt x="0" y="391899"/>
                  <a:pt x="391899" y="0"/>
                  <a:pt x="875331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10DB0DD-3550-AA3A-3964-0928F4F142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187369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6657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111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EF3D7E1-E5A6-9F41-9CF8-AAAEB02D2F1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B796EA-5FE4-C00B-C632-B6DD2037CA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2F89F06-2842-6C78-F8B9-DF481DE16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8369" y="454542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9011B2-930B-2726-A34F-9595F38F67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369" y="2283169"/>
            <a:ext cx="4849931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7DEC49-9F6E-FEDD-D9A7-746572D694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369" y="174051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FBDBE-CB0C-FA03-27E9-222DD602C14A}"/>
              </a:ext>
            </a:extLst>
          </p:cNvPr>
          <p:cNvSpPr txBox="1"/>
          <p:nvPr userDrawn="1"/>
        </p:nvSpPr>
        <p:spPr bwMode="black">
          <a:xfrm>
            <a:off x="40754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787C3C-B50B-409B-D239-AC6FD72699C3}"/>
              </a:ext>
            </a:extLst>
          </p:cNvPr>
          <p:cNvGrpSpPr/>
          <p:nvPr userDrawn="1"/>
        </p:nvGrpSpPr>
        <p:grpSpPr>
          <a:xfrm>
            <a:off x="-5079" y="0"/>
            <a:ext cx="6333420" cy="6858000"/>
            <a:chOff x="16581" y="0"/>
            <a:chExt cx="6333420" cy="685800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C25A6BEA-005B-9875-2AE7-6D57A7F0472B}"/>
                </a:ext>
              </a:extLst>
            </p:cNvPr>
            <p:cNvSpPr/>
            <p:nvPr userDrawn="1"/>
          </p:nvSpPr>
          <p:spPr>
            <a:xfrm rot="5400000">
              <a:off x="5116" y="2759744"/>
              <a:ext cx="4114800" cy="4081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 b="1" err="1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FBA484-25CD-1779-3A38-65ED15CCD6D6}"/>
                </a:ext>
              </a:extLst>
            </p:cNvPr>
            <p:cNvSpPr/>
            <p:nvPr userDrawn="1"/>
          </p:nvSpPr>
          <p:spPr>
            <a:xfrm>
              <a:off x="21660" y="0"/>
              <a:ext cx="6328341" cy="5552111"/>
            </a:xfrm>
            <a:custGeom>
              <a:avLst/>
              <a:gdLst>
                <a:gd name="connsiteX0" fmla="*/ 0 w 6328341"/>
                <a:gd name="connsiteY0" fmla="*/ 0 h 5552111"/>
                <a:gd name="connsiteX1" fmla="*/ 6328341 w 6328341"/>
                <a:gd name="connsiteY1" fmla="*/ 0 h 5552111"/>
                <a:gd name="connsiteX2" fmla="*/ 6328341 w 6328341"/>
                <a:gd name="connsiteY2" fmla="*/ 2377111 h 5552111"/>
                <a:gd name="connsiteX3" fmla="*/ 3153341 w 6328341"/>
                <a:gd name="connsiteY3" fmla="*/ 5552111 h 5552111"/>
                <a:gd name="connsiteX4" fmla="*/ 42846 w 6328341"/>
                <a:gd name="connsiteY4" fmla="*/ 3016984 h 5552111"/>
                <a:gd name="connsiteX5" fmla="*/ 0 w 6328341"/>
                <a:gd name="connsiteY5" fmla="*/ 2736246 h 555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28341" h="5552111">
                  <a:moveTo>
                    <a:pt x="0" y="0"/>
                  </a:moveTo>
                  <a:lnTo>
                    <a:pt x="6328341" y="0"/>
                  </a:lnTo>
                  <a:lnTo>
                    <a:pt x="6328341" y="2377111"/>
                  </a:lnTo>
                  <a:cubicBezTo>
                    <a:pt x="6328341" y="4130615"/>
                    <a:pt x="4906845" y="5552111"/>
                    <a:pt x="3153341" y="5552111"/>
                  </a:cubicBezTo>
                  <a:cubicBezTo>
                    <a:pt x="1619025" y="5552111"/>
                    <a:pt x="338903" y="4463778"/>
                    <a:pt x="42846" y="3016984"/>
                  </a:cubicBezTo>
                  <a:lnTo>
                    <a:pt x="0" y="2736246"/>
                  </a:lnTo>
                  <a:close/>
                </a:path>
              </a:pathLst>
            </a:custGeom>
            <a:gradFill>
              <a:gsLst>
                <a:gs pos="75000">
                  <a:srgbClr val="140A42"/>
                </a:gs>
                <a:gs pos="0">
                  <a:srgbClr val="00CCFF"/>
                </a:gs>
              </a:gsLst>
              <a:lin ang="13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US" sz="1600" b="1" err="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9BA332-9382-C19F-66FE-99AB2FD12525}"/>
                </a:ext>
              </a:extLst>
            </p:cNvPr>
            <p:cNvSpPr/>
            <p:nvPr userDrawn="1"/>
          </p:nvSpPr>
          <p:spPr>
            <a:xfrm rot="5400000">
              <a:off x="652981" y="2106800"/>
              <a:ext cx="2808911" cy="4081711"/>
            </a:xfrm>
            <a:custGeom>
              <a:avLst/>
              <a:gdLst>
                <a:gd name="connsiteX0" fmla="*/ 0 w 2808911"/>
                <a:gd name="connsiteY0" fmla="*/ 4081711 h 4081711"/>
                <a:gd name="connsiteX1" fmla="*/ 0 w 2808911"/>
                <a:gd name="connsiteY1" fmla="*/ 2051686 h 4081711"/>
                <a:gd name="connsiteX2" fmla="*/ 2051686 w 2808911"/>
                <a:gd name="connsiteY2" fmla="*/ 0 h 4081711"/>
                <a:gd name="connsiteX3" fmla="*/ 2063115 w 2808911"/>
                <a:gd name="connsiteY3" fmla="*/ 0 h 4081711"/>
                <a:gd name="connsiteX4" fmla="*/ 2673224 w 2808911"/>
                <a:gd name="connsiteY4" fmla="*/ 92240 h 4081711"/>
                <a:gd name="connsiteX5" fmla="*/ 2699582 w 2808911"/>
                <a:gd name="connsiteY5" fmla="*/ 101887 h 4081711"/>
                <a:gd name="connsiteX6" fmla="*/ 2708954 w 2808911"/>
                <a:gd name="connsiteY6" fmla="*/ 134890 h 4081711"/>
                <a:gd name="connsiteX7" fmla="*/ 2808911 w 2808911"/>
                <a:gd name="connsiteY7" fmla="*/ 928372 h 4081711"/>
                <a:gd name="connsiteX8" fmla="*/ 117432 w 2808911"/>
                <a:gd name="connsiteY8" fmla="*/ 4066789 h 4081711"/>
                <a:gd name="connsiteX9" fmla="*/ 0 w 2808911"/>
                <a:gd name="connsiteY9" fmla="*/ 4081711 h 40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08911" h="4081711">
                  <a:moveTo>
                    <a:pt x="0" y="4081711"/>
                  </a:moveTo>
                  <a:lnTo>
                    <a:pt x="0" y="2051686"/>
                  </a:lnTo>
                  <a:cubicBezTo>
                    <a:pt x="0" y="918571"/>
                    <a:pt x="918572" y="-1"/>
                    <a:pt x="2051686" y="0"/>
                  </a:cubicBezTo>
                  <a:lnTo>
                    <a:pt x="2063115" y="0"/>
                  </a:lnTo>
                  <a:cubicBezTo>
                    <a:pt x="2275574" y="0"/>
                    <a:pt x="2480491" y="32293"/>
                    <a:pt x="2673224" y="92240"/>
                  </a:cubicBezTo>
                  <a:lnTo>
                    <a:pt x="2699582" y="101887"/>
                  </a:lnTo>
                  <a:lnTo>
                    <a:pt x="2708954" y="134890"/>
                  </a:lnTo>
                  <a:cubicBezTo>
                    <a:pt x="2774207" y="388507"/>
                    <a:pt x="2808911" y="654387"/>
                    <a:pt x="2808911" y="928372"/>
                  </a:cubicBezTo>
                  <a:cubicBezTo>
                    <a:pt x="2808911" y="2517485"/>
                    <a:pt x="1641452" y="3833923"/>
                    <a:pt x="117432" y="4066789"/>
                  </a:cubicBezTo>
                  <a:lnTo>
                    <a:pt x="0" y="4081711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 b="1" err="1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4565F74-6607-D645-F5A7-0A5632621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8369" y="575394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103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855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CCE057E2-8B7A-030D-538C-6C18EF640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41300"/>
            <a:ext cx="11868149" cy="636269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DF00FD-7F50-5F6A-0211-01F10C408F79}"/>
              </a:ext>
            </a:extLst>
          </p:cNvPr>
          <p:cNvSpPr/>
          <p:nvPr userDrawn="1"/>
        </p:nvSpPr>
        <p:spPr>
          <a:xfrm rot="2700000">
            <a:off x="9559085" y="-38969"/>
            <a:ext cx="1593806" cy="357200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54E32E-29E1-0CE9-9EB3-4299AC5BA551}"/>
              </a:ext>
            </a:extLst>
          </p:cNvPr>
          <p:cNvSpPr/>
          <p:nvPr userDrawn="1"/>
        </p:nvSpPr>
        <p:spPr>
          <a:xfrm rot="2700000">
            <a:off x="9854559" y="1343244"/>
            <a:ext cx="592131" cy="3587612"/>
          </a:xfrm>
          <a:prstGeom prst="roundRect">
            <a:avLst>
              <a:gd name="adj" fmla="val 5000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A17EB4-0511-A9D6-5B78-5B9A582D9D64}"/>
              </a:ext>
            </a:extLst>
          </p:cNvPr>
          <p:cNvSpPr/>
          <p:nvPr userDrawn="1"/>
        </p:nvSpPr>
        <p:spPr>
          <a:xfrm rot="2700000">
            <a:off x="8557688" y="693470"/>
            <a:ext cx="2580562" cy="3142418"/>
          </a:xfrm>
          <a:custGeom>
            <a:avLst/>
            <a:gdLst>
              <a:gd name="connsiteX0" fmla="*/ 0 w 2580562"/>
              <a:gd name="connsiteY0" fmla="*/ 944206 h 4086624"/>
              <a:gd name="connsiteX1" fmla="*/ 704269 w 2580562"/>
              <a:gd name="connsiteY1" fmla="*/ 239938 h 4086624"/>
              <a:gd name="connsiteX2" fmla="*/ 1862790 w 2580562"/>
              <a:gd name="connsiteY2" fmla="*/ 239938 h 4086624"/>
              <a:gd name="connsiteX3" fmla="*/ 2580562 w 2580562"/>
              <a:gd name="connsiteY3" fmla="*/ 957710 h 4086624"/>
              <a:gd name="connsiteX4" fmla="*/ 2580562 w 2580562"/>
              <a:gd name="connsiteY4" fmla="*/ 2796343 h 4086624"/>
              <a:gd name="connsiteX5" fmla="*/ 1290281 w 2580562"/>
              <a:gd name="connsiteY5" fmla="*/ 4086624 h 4086624"/>
              <a:gd name="connsiteX6" fmla="*/ 0 w 2580562"/>
              <a:gd name="connsiteY6" fmla="*/ 2796343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7" fmla="*/ 795709 w 2580562"/>
              <a:gd name="connsiteY7" fmla="*/ 331378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0" fmla="*/ 1862790 w 2580562"/>
              <a:gd name="connsiteY0" fmla="*/ 0 h 3846686"/>
              <a:gd name="connsiteX1" fmla="*/ 2580562 w 2580562"/>
              <a:gd name="connsiteY1" fmla="*/ 717772 h 3846686"/>
              <a:gd name="connsiteX2" fmla="*/ 2580562 w 2580562"/>
              <a:gd name="connsiteY2" fmla="*/ 2556405 h 3846686"/>
              <a:gd name="connsiteX3" fmla="*/ 1290281 w 2580562"/>
              <a:gd name="connsiteY3" fmla="*/ 3846686 h 3846686"/>
              <a:gd name="connsiteX4" fmla="*/ 0 w 2580562"/>
              <a:gd name="connsiteY4" fmla="*/ 2556405 h 3846686"/>
              <a:gd name="connsiteX5" fmla="*/ 0 w 2580562"/>
              <a:gd name="connsiteY5" fmla="*/ 704268 h 3846686"/>
              <a:gd name="connsiteX0" fmla="*/ 2580562 w 2580562"/>
              <a:gd name="connsiteY0" fmla="*/ 13504 h 3142418"/>
              <a:gd name="connsiteX1" fmla="*/ 2580562 w 2580562"/>
              <a:gd name="connsiteY1" fmla="*/ 1852137 h 3142418"/>
              <a:gd name="connsiteX2" fmla="*/ 1290281 w 2580562"/>
              <a:gd name="connsiteY2" fmla="*/ 3142418 h 3142418"/>
              <a:gd name="connsiteX3" fmla="*/ 0 w 2580562"/>
              <a:gd name="connsiteY3" fmla="*/ 1852137 h 3142418"/>
              <a:gd name="connsiteX4" fmla="*/ 0 w 2580562"/>
              <a:gd name="connsiteY4" fmla="*/ 0 h 314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0562" h="3142418">
                <a:moveTo>
                  <a:pt x="2580562" y="13504"/>
                </a:moveTo>
                <a:lnTo>
                  <a:pt x="2580562" y="1852137"/>
                </a:lnTo>
                <a:cubicBezTo>
                  <a:pt x="2580562" y="2564740"/>
                  <a:pt x="2002884" y="3142418"/>
                  <a:pt x="1290281" y="3142418"/>
                </a:cubicBezTo>
                <a:cubicBezTo>
                  <a:pt x="577678" y="3142418"/>
                  <a:pt x="0" y="2564740"/>
                  <a:pt x="0" y="185213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79552D8-93AA-1558-53CF-B3AA2441C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2DB327D4-53F8-A02D-FD4B-DE3CE5FC3F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6716020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D4F7CBF-B263-6DFD-1E56-2BCBA31644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6716020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612B469-E30C-E96F-0490-057826786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96005-FB39-2120-DA4B-99A6851C070A}"/>
              </a:ext>
            </a:extLst>
          </p:cNvPr>
          <p:cNvSpPr txBox="1"/>
          <p:nvPr userDrawn="1"/>
        </p:nvSpPr>
        <p:spPr bwMode="black">
          <a:xfrm>
            <a:off x="560269" y="66215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178ED566-AC4C-DB1A-FBA8-411D294AA9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871D7E5-7016-D225-9AA1-16FDB1DA9B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5680710"/>
            <a:ext cx="6716020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5382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312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739BB318-2FA2-9BC0-C500-B054B13E410C}"/>
              </a:ext>
            </a:extLst>
          </p:cNvPr>
          <p:cNvSpPr/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257E79C-F908-FC57-48EB-74840AB780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6138" y="1574801"/>
            <a:ext cx="1566472" cy="5029200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460FB5-1D71-63A8-83DD-7C183AC8C704}"/>
              </a:ext>
            </a:extLst>
          </p:cNvPr>
          <p:cNvSpPr>
            <a:spLocks/>
          </p:cNvSpPr>
          <p:nvPr userDrawn="1"/>
        </p:nvSpPr>
        <p:spPr>
          <a:xfrm>
            <a:off x="6115326" y="6091026"/>
            <a:ext cx="1562353" cy="751899"/>
          </a:xfrm>
          <a:custGeom>
            <a:avLst/>
            <a:gdLst>
              <a:gd name="connsiteX0" fmla="*/ 781177 w 1562353"/>
              <a:gd name="connsiteY0" fmla="*/ 0 h 751899"/>
              <a:gd name="connsiteX1" fmla="*/ 1549698 w 1562353"/>
              <a:gd name="connsiteY1" fmla="*/ 626363 h 751899"/>
              <a:gd name="connsiteX2" fmla="*/ 1562353 w 1562353"/>
              <a:gd name="connsiteY2" fmla="*/ 751899 h 751899"/>
              <a:gd name="connsiteX3" fmla="*/ 0 w 1562353"/>
              <a:gd name="connsiteY3" fmla="*/ 751899 h 751899"/>
              <a:gd name="connsiteX4" fmla="*/ 12655 w 1562353"/>
              <a:gd name="connsiteY4" fmla="*/ 626363 h 751899"/>
              <a:gd name="connsiteX5" fmla="*/ 781177 w 1562353"/>
              <a:gd name="connsiteY5" fmla="*/ 0 h 7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353" h="751899">
                <a:moveTo>
                  <a:pt x="781177" y="0"/>
                </a:moveTo>
                <a:cubicBezTo>
                  <a:pt x="1160266" y="0"/>
                  <a:pt x="1476550" y="268899"/>
                  <a:pt x="1549698" y="626363"/>
                </a:cubicBezTo>
                <a:lnTo>
                  <a:pt x="1562353" y="751899"/>
                </a:lnTo>
                <a:lnTo>
                  <a:pt x="0" y="751899"/>
                </a:lnTo>
                <a:lnTo>
                  <a:pt x="12655" y="626363"/>
                </a:lnTo>
                <a:cubicBezTo>
                  <a:pt x="85803" y="268899"/>
                  <a:pt x="402087" y="0"/>
                  <a:pt x="781177" y="0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2AAAAF4-7481-56CC-28C1-4AD28C235C0D}"/>
              </a:ext>
            </a:extLst>
          </p:cNvPr>
          <p:cNvSpPr/>
          <p:nvPr userDrawn="1"/>
        </p:nvSpPr>
        <p:spPr>
          <a:xfrm>
            <a:off x="9914020" y="4855317"/>
            <a:ext cx="1574088" cy="1987609"/>
          </a:xfrm>
          <a:custGeom>
            <a:avLst/>
            <a:gdLst>
              <a:gd name="connsiteX0" fmla="*/ 1557049 w 1574088"/>
              <a:gd name="connsiteY0" fmla="*/ 0 h 1987609"/>
              <a:gd name="connsiteX1" fmla="*/ 1574088 w 1574088"/>
              <a:gd name="connsiteY1" fmla="*/ 1718 h 1987609"/>
              <a:gd name="connsiteX2" fmla="*/ 1574088 w 1574088"/>
              <a:gd name="connsiteY2" fmla="*/ 1987609 h 1987609"/>
              <a:gd name="connsiteX3" fmla="*/ 0 w 1574088"/>
              <a:gd name="connsiteY3" fmla="*/ 1987609 h 1987609"/>
              <a:gd name="connsiteX4" fmla="*/ 0 w 1574088"/>
              <a:gd name="connsiteY4" fmla="*/ 1557049 h 1987609"/>
              <a:gd name="connsiteX5" fmla="*/ 1557049 w 1574088"/>
              <a:gd name="connsiteY5" fmla="*/ 0 h 198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088" h="1987609">
                <a:moveTo>
                  <a:pt x="1557049" y="0"/>
                </a:moveTo>
                <a:lnTo>
                  <a:pt x="1574088" y="1718"/>
                </a:lnTo>
                <a:lnTo>
                  <a:pt x="1574088" y="1987609"/>
                </a:lnTo>
                <a:lnTo>
                  <a:pt x="0" y="1987609"/>
                </a:lnTo>
                <a:lnTo>
                  <a:pt x="0" y="1557049"/>
                </a:lnTo>
                <a:cubicBezTo>
                  <a:pt x="0" y="697115"/>
                  <a:pt x="697115" y="0"/>
                  <a:pt x="1557049" y="0"/>
                </a:cubicBezTo>
                <a:close/>
              </a:path>
            </a:pathLst>
          </a:cu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3F0253-1103-0501-0DDE-FBAF667D32CE}"/>
              </a:ext>
            </a:extLst>
          </p:cNvPr>
          <p:cNvSpPr/>
          <p:nvPr userDrawn="1"/>
        </p:nvSpPr>
        <p:spPr>
          <a:xfrm>
            <a:off x="11821584" y="743158"/>
            <a:ext cx="375516" cy="1813796"/>
          </a:xfrm>
          <a:custGeom>
            <a:avLst/>
            <a:gdLst>
              <a:gd name="connsiteX0" fmla="*/ 375516 w 375516"/>
              <a:gd name="connsiteY0" fmla="*/ 0 h 1813796"/>
              <a:gd name="connsiteX1" fmla="*/ 375516 w 375516"/>
              <a:gd name="connsiteY1" fmla="*/ 1813796 h 1813796"/>
              <a:gd name="connsiteX2" fmla="*/ 287640 w 375516"/>
              <a:gd name="connsiteY2" fmla="*/ 1786518 h 1813796"/>
              <a:gd name="connsiteX3" fmla="*/ 0 w 375516"/>
              <a:gd name="connsiteY3" fmla="*/ 1352570 h 1813796"/>
              <a:gd name="connsiteX4" fmla="*/ 0 w 375516"/>
              <a:gd name="connsiteY4" fmla="*/ 461226 h 1813796"/>
              <a:gd name="connsiteX5" fmla="*/ 287640 w 375516"/>
              <a:gd name="connsiteY5" fmla="*/ 27278 h 18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16" h="1813796">
                <a:moveTo>
                  <a:pt x="375516" y="0"/>
                </a:moveTo>
                <a:lnTo>
                  <a:pt x="375516" y="1813796"/>
                </a:lnTo>
                <a:lnTo>
                  <a:pt x="287640" y="1786518"/>
                </a:lnTo>
                <a:cubicBezTo>
                  <a:pt x="118606" y="1715023"/>
                  <a:pt x="0" y="1547648"/>
                  <a:pt x="0" y="1352570"/>
                </a:cubicBezTo>
                <a:lnTo>
                  <a:pt x="0" y="461226"/>
                </a:lnTo>
                <a:cubicBezTo>
                  <a:pt x="0" y="266149"/>
                  <a:pt x="118606" y="98774"/>
                  <a:pt x="287640" y="27278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7676A29-7E8F-1D6A-EC1B-460D31DC64E0}"/>
              </a:ext>
            </a:extLst>
          </p:cNvPr>
          <p:cNvSpPr/>
          <p:nvPr userDrawn="1"/>
        </p:nvSpPr>
        <p:spPr>
          <a:xfrm>
            <a:off x="11834966" y="2890625"/>
            <a:ext cx="362135" cy="3952299"/>
          </a:xfrm>
          <a:custGeom>
            <a:avLst/>
            <a:gdLst>
              <a:gd name="connsiteX0" fmla="*/ 362135 w 362135"/>
              <a:gd name="connsiteY0" fmla="*/ 0 h 3952299"/>
              <a:gd name="connsiteX1" fmla="*/ 362135 w 362135"/>
              <a:gd name="connsiteY1" fmla="*/ 3952299 h 3952299"/>
              <a:gd name="connsiteX2" fmla="*/ 345157 w 362135"/>
              <a:gd name="connsiteY2" fmla="*/ 3947029 h 3952299"/>
              <a:gd name="connsiteX3" fmla="*/ 0 w 362135"/>
              <a:gd name="connsiteY3" fmla="*/ 3426307 h 3952299"/>
              <a:gd name="connsiteX4" fmla="*/ 0 w 362135"/>
              <a:gd name="connsiteY4" fmla="*/ 525991 h 3952299"/>
              <a:gd name="connsiteX5" fmla="*/ 345157 w 362135"/>
              <a:gd name="connsiteY5" fmla="*/ 5270 h 3952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135" h="3952299">
                <a:moveTo>
                  <a:pt x="362135" y="0"/>
                </a:moveTo>
                <a:lnTo>
                  <a:pt x="362135" y="3952299"/>
                </a:lnTo>
                <a:lnTo>
                  <a:pt x="345157" y="3947029"/>
                </a:lnTo>
                <a:cubicBezTo>
                  <a:pt x="142323" y="3861237"/>
                  <a:pt x="0" y="3660393"/>
                  <a:pt x="0" y="3426307"/>
                </a:cubicBezTo>
                <a:lnTo>
                  <a:pt x="0" y="525991"/>
                </a:lnTo>
                <a:cubicBezTo>
                  <a:pt x="0" y="291906"/>
                  <a:pt x="142323" y="91062"/>
                  <a:pt x="345157" y="527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9941B5D-B587-2CD8-1E2F-5B1501282D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3F0ED94-D4EA-C9DE-D42F-D4FB64467424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F16AE3-C94B-2D66-8339-457C0CFF03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8391" y="6350"/>
            <a:ext cx="1579288" cy="2314574"/>
          </a:xfrm>
          <a:custGeom>
            <a:avLst/>
            <a:gdLst>
              <a:gd name="connsiteX0" fmla="*/ 0 w 1579288"/>
              <a:gd name="connsiteY0" fmla="*/ 0 h 2314574"/>
              <a:gd name="connsiteX1" fmla="*/ 1579288 w 1579288"/>
              <a:gd name="connsiteY1" fmla="*/ 0 h 2314574"/>
              <a:gd name="connsiteX2" fmla="*/ 1579288 w 1579288"/>
              <a:gd name="connsiteY2" fmla="*/ 1524930 h 2314574"/>
              <a:gd name="connsiteX3" fmla="*/ 789644 w 1579288"/>
              <a:gd name="connsiteY3" fmla="*/ 2314574 h 2314574"/>
              <a:gd name="connsiteX4" fmla="*/ 0 w 1579288"/>
              <a:gd name="connsiteY4" fmla="*/ 1524930 h 231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288" h="2314574">
                <a:moveTo>
                  <a:pt x="0" y="0"/>
                </a:moveTo>
                <a:lnTo>
                  <a:pt x="1579288" y="0"/>
                </a:lnTo>
                <a:lnTo>
                  <a:pt x="1579288" y="1524930"/>
                </a:lnTo>
                <a:cubicBezTo>
                  <a:pt x="1579288" y="1961038"/>
                  <a:pt x="1225752" y="2314574"/>
                  <a:pt x="789644" y="2314574"/>
                </a:cubicBezTo>
                <a:cubicBezTo>
                  <a:pt x="353536" y="2314574"/>
                  <a:pt x="0" y="1961038"/>
                  <a:pt x="0" y="152493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39A5091-7454-13CA-923E-0745779CED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391" y="2454442"/>
            <a:ext cx="1579288" cy="3489158"/>
          </a:xfrm>
          <a:custGeom>
            <a:avLst/>
            <a:gdLst>
              <a:gd name="connsiteX0" fmla="*/ 789644 w 1579288"/>
              <a:gd name="connsiteY0" fmla="*/ 0 h 3489158"/>
              <a:gd name="connsiteX1" fmla="*/ 1579288 w 1579288"/>
              <a:gd name="connsiteY1" fmla="*/ 789644 h 3489158"/>
              <a:gd name="connsiteX2" fmla="*/ 1579288 w 1579288"/>
              <a:gd name="connsiteY2" fmla="*/ 2699514 h 3489158"/>
              <a:gd name="connsiteX3" fmla="*/ 789644 w 1579288"/>
              <a:gd name="connsiteY3" fmla="*/ 3489158 h 3489158"/>
              <a:gd name="connsiteX4" fmla="*/ 0 w 1579288"/>
              <a:gd name="connsiteY4" fmla="*/ 2699514 h 3489158"/>
              <a:gd name="connsiteX5" fmla="*/ 0 w 1579288"/>
              <a:gd name="connsiteY5" fmla="*/ 789644 h 3489158"/>
              <a:gd name="connsiteX6" fmla="*/ 789644 w 1579288"/>
              <a:gd name="connsiteY6" fmla="*/ 0 h 348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9288" h="3489158">
                <a:moveTo>
                  <a:pt x="789644" y="0"/>
                </a:moveTo>
                <a:cubicBezTo>
                  <a:pt x="1225752" y="0"/>
                  <a:pt x="1579288" y="353536"/>
                  <a:pt x="1579288" y="789644"/>
                </a:cubicBezTo>
                <a:lnTo>
                  <a:pt x="1579288" y="2699514"/>
                </a:lnTo>
                <a:cubicBezTo>
                  <a:pt x="1579288" y="3135622"/>
                  <a:pt x="1225752" y="3489158"/>
                  <a:pt x="789644" y="3489158"/>
                </a:cubicBezTo>
                <a:cubicBezTo>
                  <a:pt x="353536" y="3489158"/>
                  <a:pt x="0" y="3135622"/>
                  <a:pt x="0" y="2699514"/>
                </a:cubicBezTo>
                <a:lnTo>
                  <a:pt x="0" y="789644"/>
                </a:lnTo>
                <a:cubicBezTo>
                  <a:pt x="0" y="353536"/>
                  <a:pt x="353536" y="0"/>
                  <a:pt x="789644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BF50C530-E22F-4FAC-5759-3DBBAD403F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70" y="4513255"/>
            <a:ext cx="516934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1CB714-76EF-FC5F-FA21-AAC2687A78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70" y="2292059"/>
            <a:ext cx="516934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A1AF35-E214-5937-C222-35F7C8B613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BDCA1FD-A8D4-1358-1CE3-87CF2BAF9D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516934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7CDFB77E-A09E-BDE9-B164-A894EB837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22893"/>
          <a:stretch>
            <a:fillRect/>
          </a:stretch>
        </p:blipFill>
        <p:spPr>
          <a:xfrm>
            <a:off x="7997572" y="0"/>
            <a:ext cx="1578228" cy="1574836"/>
          </a:xfrm>
          <a:custGeom>
            <a:avLst/>
            <a:gdLst>
              <a:gd name="connsiteX0" fmla="*/ 0 w 1578228"/>
              <a:gd name="connsiteY0" fmla="*/ 0 h 1574836"/>
              <a:gd name="connsiteX1" fmla="*/ 1578228 w 1578228"/>
              <a:gd name="connsiteY1" fmla="*/ 0 h 1574836"/>
              <a:gd name="connsiteX2" fmla="*/ 1578228 w 1578228"/>
              <a:gd name="connsiteY2" fmla="*/ 1574836 h 1574836"/>
              <a:gd name="connsiteX3" fmla="*/ 0 w 1578228"/>
              <a:gd name="connsiteY3" fmla="*/ 1574836 h 157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228" h="1574836">
                <a:moveTo>
                  <a:pt x="0" y="0"/>
                </a:moveTo>
                <a:lnTo>
                  <a:pt x="1578228" y="0"/>
                </a:lnTo>
                <a:lnTo>
                  <a:pt x="1578228" y="1574836"/>
                </a:lnTo>
                <a:lnTo>
                  <a:pt x="0" y="1574836"/>
                </a:lnTo>
                <a:close/>
              </a:path>
            </a:pathLst>
          </a:custGeom>
        </p:spPr>
      </p:pic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11F2F281-CD61-3144-F723-3FD157516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14020" y="0"/>
            <a:ext cx="1574799" cy="4616449"/>
          </a:xfrm>
          <a:custGeom>
            <a:avLst/>
            <a:gdLst>
              <a:gd name="connsiteX0" fmla="*/ 776817 w 1574799"/>
              <a:gd name="connsiteY0" fmla="*/ 0 h 4616449"/>
              <a:gd name="connsiteX1" fmla="*/ 797982 w 1574799"/>
              <a:gd name="connsiteY1" fmla="*/ 0 h 4616449"/>
              <a:gd name="connsiteX2" fmla="*/ 1574799 w 1574799"/>
              <a:gd name="connsiteY2" fmla="*/ 776817 h 4616449"/>
              <a:gd name="connsiteX3" fmla="*/ 1574799 w 1574799"/>
              <a:gd name="connsiteY3" fmla="*/ 3839632 h 4616449"/>
              <a:gd name="connsiteX4" fmla="*/ 797982 w 1574799"/>
              <a:gd name="connsiteY4" fmla="*/ 4616449 h 4616449"/>
              <a:gd name="connsiteX5" fmla="*/ 776817 w 1574799"/>
              <a:gd name="connsiteY5" fmla="*/ 4616449 h 4616449"/>
              <a:gd name="connsiteX6" fmla="*/ 0 w 1574799"/>
              <a:gd name="connsiteY6" fmla="*/ 3839632 h 4616449"/>
              <a:gd name="connsiteX7" fmla="*/ 0 w 1574799"/>
              <a:gd name="connsiteY7" fmla="*/ 776817 h 4616449"/>
              <a:gd name="connsiteX8" fmla="*/ 776817 w 1574799"/>
              <a:gd name="connsiteY8" fmla="*/ 0 h 461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799" h="4616449">
                <a:moveTo>
                  <a:pt x="776817" y="0"/>
                </a:moveTo>
                <a:lnTo>
                  <a:pt x="797982" y="0"/>
                </a:lnTo>
                <a:cubicBezTo>
                  <a:pt x="1227006" y="0"/>
                  <a:pt x="1574799" y="347793"/>
                  <a:pt x="1574799" y="776817"/>
                </a:cubicBezTo>
                <a:lnTo>
                  <a:pt x="1574799" y="3839632"/>
                </a:lnTo>
                <a:cubicBezTo>
                  <a:pt x="1574799" y="4268656"/>
                  <a:pt x="1227006" y="4616449"/>
                  <a:pt x="797982" y="4616449"/>
                </a:cubicBezTo>
                <a:lnTo>
                  <a:pt x="776817" y="4616449"/>
                </a:lnTo>
                <a:cubicBezTo>
                  <a:pt x="347793" y="4616449"/>
                  <a:pt x="0" y="4268656"/>
                  <a:pt x="0" y="3839632"/>
                </a:cubicBezTo>
                <a:lnTo>
                  <a:pt x="0" y="776817"/>
                </a:lnTo>
                <a:cubicBezTo>
                  <a:pt x="0" y="347793"/>
                  <a:pt x="347793" y="0"/>
                  <a:pt x="776817" y="0"/>
                </a:cubicBez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359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5589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A3FDF07-2EE4-1BD3-7BBF-76F0E37FCF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594B7A1-4047-AFA3-498E-DD5DFA54DCB6}"/>
              </a:ext>
            </a:extLst>
          </p:cNvPr>
          <p:cNvSpPr/>
          <p:nvPr userDrawn="1"/>
        </p:nvSpPr>
        <p:spPr>
          <a:xfrm flipH="1">
            <a:off x="6258210" y="-1"/>
            <a:ext cx="5943600" cy="3791372"/>
          </a:xfrm>
          <a:custGeom>
            <a:avLst/>
            <a:gdLst>
              <a:gd name="connsiteX0" fmla="*/ 4047914 w 5943600"/>
              <a:gd name="connsiteY0" fmla="*/ 0 h 3791372"/>
              <a:gd name="connsiteX1" fmla="*/ 0 w 5943600"/>
              <a:gd name="connsiteY1" fmla="*/ 0 h 3791372"/>
              <a:gd name="connsiteX2" fmla="*/ 0 w 5943600"/>
              <a:gd name="connsiteY2" fmla="*/ 3791371 h 3791372"/>
              <a:gd name="connsiteX3" fmla="*/ 4047913 w 5943600"/>
              <a:gd name="connsiteY3" fmla="*/ 3791372 h 3791372"/>
              <a:gd name="connsiteX4" fmla="*/ 5943599 w 5943600"/>
              <a:gd name="connsiteY4" fmla="*/ 1895686 h 3791372"/>
              <a:gd name="connsiteX5" fmla="*/ 5943600 w 5943600"/>
              <a:gd name="connsiteY5" fmla="*/ 1895686 h 3791372"/>
              <a:gd name="connsiteX6" fmla="*/ 4047914 w 5943600"/>
              <a:gd name="connsiteY6" fmla="*/ 0 h 379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3600" h="3791372">
                <a:moveTo>
                  <a:pt x="4047914" y="0"/>
                </a:moveTo>
                <a:lnTo>
                  <a:pt x="0" y="0"/>
                </a:lnTo>
                <a:lnTo>
                  <a:pt x="0" y="3791371"/>
                </a:lnTo>
                <a:lnTo>
                  <a:pt x="4047913" y="3791372"/>
                </a:lnTo>
                <a:cubicBezTo>
                  <a:pt x="5094871" y="3791372"/>
                  <a:pt x="5943599" y="2942644"/>
                  <a:pt x="5943599" y="1895686"/>
                </a:cubicBezTo>
                <a:lnTo>
                  <a:pt x="5943600" y="1895686"/>
                </a:lnTo>
                <a:cubicBezTo>
                  <a:pt x="5943600" y="848728"/>
                  <a:pt x="5094872" y="0"/>
                  <a:pt x="4047914" y="0"/>
                </a:cubicBez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DEFC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8071B0-0BAC-CCBF-C8F1-4A3F454908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788" y="3098800"/>
            <a:ext cx="8979180" cy="376587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C40449-60F0-140A-3AD1-82ADF3046D4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7DE9C2D-C400-713C-8A35-AA4AC7DED97F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860022E3-44E7-94B3-673D-7A83DC626D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70087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700D2F-0738-919B-C35D-CB0DEA2A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39889"/>
            <a:ext cx="484993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3A1FE95-0855-D501-FF26-012CD590C2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454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D8CDC11-4E82-CC71-FA89-59B33D5F4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9345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9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964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2DA74-18F7-19C5-53FC-AD93FC6B5807}"/>
              </a:ext>
            </a:extLst>
          </p:cNvPr>
          <p:cNvSpPr/>
          <p:nvPr userDrawn="1"/>
        </p:nvSpPr>
        <p:spPr>
          <a:xfrm>
            <a:off x="648119" y="2375037"/>
            <a:ext cx="1730943" cy="3819542"/>
          </a:xfrm>
          <a:prstGeom prst="roundRect">
            <a:avLst>
              <a:gd name="adj" fmla="val 49328"/>
            </a:avLst>
          </a:pr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F08590D-7AB4-C9BE-B902-DC26BCDC6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00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62F432-FEE6-8978-5F40-FEC041C6C4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8119" y="622721"/>
            <a:ext cx="1728216" cy="17282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020F3-8CAD-064C-515D-02A876808C1B}"/>
              </a:ext>
            </a:extLst>
          </p:cNvPr>
          <p:cNvSpPr/>
          <p:nvPr userDrawn="1"/>
        </p:nvSpPr>
        <p:spPr>
          <a:xfrm>
            <a:off x="2379546" y="623569"/>
            <a:ext cx="1730943" cy="3819542"/>
          </a:xfrm>
          <a:prstGeom prst="roundRect">
            <a:avLst>
              <a:gd name="adj" fmla="val 49328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83114-165C-1322-953A-6186533660A7}"/>
              </a:ext>
            </a:extLst>
          </p:cNvPr>
          <p:cNvSpPr>
            <a:spLocks/>
          </p:cNvSpPr>
          <p:nvPr userDrawn="1"/>
        </p:nvSpPr>
        <p:spPr>
          <a:xfrm>
            <a:off x="648119" y="4478373"/>
            <a:ext cx="1728216" cy="1728216"/>
          </a:xfrm>
          <a:prstGeom prst="ellipse">
            <a:avLst/>
          </a:pr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DF14F0E-00FB-45E7-BA8A-D52C93844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84626" y="4456529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BE6C84-E2C6-DDB5-A020-1D90363B24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4599" y="4556224"/>
            <a:ext cx="5247793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87CCCF8-1C79-7D58-EE48-AF6A9196C7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599" y="2304759"/>
            <a:ext cx="524779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BFB29-7615-D0CB-3A29-CF41540B999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30B9294-49C2-9A41-4093-3BF610123F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5E08318-F3D9-A07C-F68B-384AFC77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69518" y="623569"/>
            <a:ext cx="2933699" cy="1431514"/>
          </a:xfrm>
          <a:custGeom>
            <a:avLst/>
            <a:gdLst>
              <a:gd name="connsiteX0" fmla="*/ 715757 w 2933699"/>
              <a:gd name="connsiteY0" fmla="*/ 0 h 1431514"/>
              <a:gd name="connsiteX1" fmla="*/ 2217942 w 2933699"/>
              <a:gd name="connsiteY1" fmla="*/ 0 h 1431514"/>
              <a:gd name="connsiteX2" fmla="*/ 2933699 w 2933699"/>
              <a:gd name="connsiteY2" fmla="*/ 715757 h 1431514"/>
              <a:gd name="connsiteX3" fmla="*/ 2217942 w 2933699"/>
              <a:gd name="connsiteY3" fmla="*/ 1431514 h 1431514"/>
              <a:gd name="connsiteX4" fmla="*/ 715757 w 2933699"/>
              <a:gd name="connsiteY4" fmla="*/ 1431514 h 1431514"/>
              <a:gd name="connsiteX5" fmla="*/ 0 w 2933699"/>
              <a:gd name="connsiteY5" fmla="*/ 715757 h 1431514"/>
              <a:gd name="connsiteX6" fmla="*/ 715757 w 2933699"/>
              <a:gd name="connsiteY6" fmla="*/ 0 h 143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3699" h="1431514">
                <a:moveTo>
                  <a:pt x="715757" y="0"/>
                </a:moveTo>
                <a:lnTo>
                  <a:pt x="2217942" y="0"/>
                </a:lnTo>
                <a:cubicBezTo>
                  <a:pt x="2613244" y="0"/>
                  <a:pt x="2933699" y="320455"/>
                  <a:pt x="2933699" y="715757"/>
                </a:cubicBezTo>
                <a:cubicBezTo>
                  <a:pt x="2933699" y="1111059"/>
                  <a:pt x="2613244" y="1431514"/>
                  <a:pt x="2217942" y="1431514"/>
                </a:cubicBezTo>
                <a:lnTo>
                  <a:pt x="715757" y="1431514"/>
                </a:lnTo>
                <a:cubicBezTo>
                  <a:pt x="320456" y="1431514"/>
                  <a:pt x="0" y="1111059"/>
                  <a:pt x="0" y="715757"/>
                </a:cubicBezTo>
                <a:cubicBezTo>
                  <a:pt x="0" y="320455"/>
                  <a:pt x="320456" y="0"/>
                  <a:pt x="715757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4211D75-A79E-56DC-E881-52C0CC0275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98" y="5753948"/>
            <a:ext cx="5247793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CF48BE1-E766-5FA2-D411-8460923A9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0117" y="2770343"/>
            <a:ext cx="1684470" cy="168447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6FE9EC-397D-B942-0236-819BCED10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0117" y="623569"/>
            <a:ext cx="1757680" cy="227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5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6-10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43B117B-9DAD-CC97-C2A8-66F44CA68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42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3B117B-9DAD-CC97-C2A8-66F44CA68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 r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</a:p>
          <a:p>
            <a:pPr lvl="0"/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56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5A8A15E-1053-38DD-AC1D-5EA46364C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6205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8A15E-1053-38DD-AC1D-5EA46364C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56B5BD-D0BB-AFCA-634D-8774ECD5E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862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56B5BD-D0BB-AFCA-634D-8774ECD5E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7927AA-6E3C-3281-2AB0-473A1A133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8476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7927AA-6E3C-3281-2AB0-473A1A133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082396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B8F84D9-5BB2-7598-FDD4-DE7D2E900F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698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8F84D9-5BB2-7598-FDD4-DE7D2E900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tx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A0FCE1-040D-C5C9-0D6C-D0BC2BC5EE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1653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0FCE1-040D-C5C9-0D6C-D0BC2BC5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6F0D803-AE05-DFA0-7C50-E5A7C3AE89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909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F0D803-AE05-DFA0-7C50-E5A7C3AE89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BE655-8CD4-3111-DF6A-4F3DB7213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5945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EBE655-8CD4-3111-DF6A-4F3DB7213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5F4ACCC-7F14-F438-ACE2-3F9BADE4A0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656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4ACCC-7F14-F438-ACE2-3F9BADE4A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7F36D22-2A16-B58B-E2E7-CC2E4CF2DC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23341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F36D22-2A16-B58B-E2E7-CC2E4CF2D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7691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108673-A841-F2DC-4C63-9BA3E20F45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2561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4087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264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18EDB9-5623-FD23-8C0E-AA29EDA7A3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149A18-341D-DEE9-36AF-B20C2CF51C8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3F2401-B526-950D-C991-D2062E340C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58642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452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E2E184-492C-929D-E003-357173179E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A0240A-CFE6-FB00-2FDA-AC356B39775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371348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500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676643F5-726A-FFCD-2BFA-CC1A4CD33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C4D14-3967-FD0C-1A14-023CEB22AD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00200" y="1777999"/>
            <a:ext cx="8991600" cy="3276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 anchorCtr="0"/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B9D2A-679A-E70D-9144-8C0F54653E8F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A2640E-0E16-4C21-EE61-8EF930D666F6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C0CB3D-38B0-E87C-E0DC-B9F5A8316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001A2C-6752-AFA7-B7BC-2319DAFA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990C55-0A66-82D8-F468-B3E71C880C41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3AEF32A3-382C-B1AC-3AC7-C4D38D4B755A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8B7075-DFA4-FD08-29B2-A2110BC23927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26C4374-BB8B-CA6D-9A4C-E3F74A433249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504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3079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17C5FF-0BB6-D8D6-AE85-A08D4A90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86127"/>
            <a:ext cx="2957208" cy="5885746"/>
          </a:xfrm>
          <a:custGeom>
            <a:avLst/>
            <a:gdLst>
              <a:gd name="connsiteX0" fmla="*/ 0 w 2957208"/>
              <a:gd name="connsiteY0" fmla="*/ 0 h 5885746"/>
              <a:gd name="connsiteX1" fmla="*/ 14335 w 2957208"/>
              <a:gd name="connsiteY1" fmla="*/ 0 h 5885746"/>
              <a:gd name="connsiteX2" fmla="*/ 2957208 w 2957208"/>
              <a:gd name="connsiteY2" fmla="*/ 2942873 h 5885746"/>
              <a:gd name="connsiteX3" fmla="*/ 2957207 w 2957208"/>
              <a:gd name="connsiteY3" fmla="*/ 2942873 h 5885746"/>
              <a:gd name="connsiteX4" fmla="*/ 14334 w 2957208"/>
              <a:gd name="connsiteY4" fmla="*/ 5885746 h 5885746"/>
              <a:gd name="connsiteX5" fmla="*/ 0 w 2957208"/>
              <a:gd name="connsiteY5" fmla="*/ 5885746 h 588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7208" h="5885746">
                <a:moveTo>
                  <a:pt x="0" y="0"/>
                </a:moveTo>
                <a:lnTo>
                  <a:pt x="14335" y="0"/>
                </a:lnTo>
                <a:cubicBezTo>
                  <a:pt x="1639639" y="0"/>
                  <a:pt x="2957208" y="1317569"/>
                  <a:pt x="2957208" y="2942873"/>
                </a:cubicBezTo>
                <a:lnTo>
                  <a:pt x="2957207" y="2942873"/>
                </a:lnTo>
                <a:cubicBezTo>
                  <a:pt x="2957207" y="4568177"/>
                  <a:pt x="1639638" y="5885746"/>
                  <a:pt x="14334" y="5885746"/>
                </a:cubicBezTo>
                <a:lnTo>
                  <a:pt x="0" y="588574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B998AD-8D30-E11E-F31A-9DB440E709B9}"/>
              </a:ext>
            </a:extLst>
          </p:cNvPr>
          <p:cNvSpPr/>
          <p:nvPr userDrawn="1"/>
        </p:nvSpPr>
        <p:spPr>
          <a:xfrm>
            <a:off x="10285918" y="1515906"/>
            <a:ext cx="1906082" cy="3826188"/>
          </a:xfrm>
          <a:custGeom>
            <a:avLst/>
            <a:gdLst>
              <a:gd name="connsiteX0" fmla="*/ 1906082 w 1906082"/>
              <a:gd name="connsiteY0" fmla="*/ 0 h 3826188"/>
              <a:gd name="connsiteX1" fmla="*/ 1906082 w 1906082"/>
              <a:gd name="connsiteY1" fmla="*/ 3826188 h 3826188"/>
              <a:gd name="connsiteX2" fmla="*/ 1717826 w 1906082"/>
              <a:gd name="connsiteY2" fmla="*/ 3816682 h 3826188"/>
              <a:gd name="connsiteX3" fmla="*/ 0 w 1906082"/>
              <a:gd name="connsiteY3" fmla="*/ 1913094 h 3826188"/>
              <a:gd name="connsiteX4" fmla="*/ 1717826 w 1906082"/>
              <a:gd name="connsiteY4" fmla="*/ 9506 h 38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082" h="3826188">
                <a:moveTo>
                  <a:pt x="1906082" y="0"/>
                </a:moveTo>
                <a:lnTo>
                  <a:pt x="1906082" y="3826188"/>
                </a:lnTo>
                <a:lnTo>
                  <a:pt x="1717826" y="3816682"/>
                </a:lnTo>
                <a:cubicBezTo>
                  <a:pt x="752949" y="3718694"/>
                  <a:pt x="0" y="2903825"/>
                  <a:pt x="0" y="1913094"/>
                </a:cubicBezTo>
                <a:cubicBezTo>
                  <a:pt x="0" y="922364"/>
                  <a:pt x="752949" y="107495"/>
                  <a:pt x="1717826" y="9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31" name="Subtitle 2">
            <a:extLst>
              <a:ext uri="{FF2B5EF4-FFF2-40B4-BE49-F238E27FC236}">
                <a16:creationId xmlns:a16="http://schemas.microsoft.com/office/drawing/2014/main" id="{584AC4A0-A7FD-554D-C5E0-580CC43AD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67100" y="22574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467100" y="28448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40717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4994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340A53-0350-F53E-7D51-923BC4C86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01581" y="0"/>
            <a:ext cx="4890421" cy="4391066"/>
          </a:xfrm>
          <a:custGeom>
            <a:avLst/>
            <a:gdLst>
              <a:gd name="connsiteX0" fmla="*/ 1083662 w 4890421"/>
              <a:gd name="connsiteY0" fmla="*/ 0 h 4391066"/>
              <a:gd name="connsiteX1" fmla="*/ 4890421 w 4890421"/>
              <a:gd name="connsiteY1" fmla="*/ 0 h 4391066"/>
              <a:gd name="connsiteX2" fmla="*/ 4890421 w 4890421"/>
              <a:gd name="connsiteY2" fmla="*/ 2808049 h 4391066"/>
              <a:gd name="connsiteX3" fmla="*/ 3992391 w 4890421"/>
              <a:gd name="connsiteY3" fmla="*/ 3706080 h 4391066"/>
              <a:gd name="connsiteX4" fmla="*/ 684986 w 4890421"/>
              <a:gd name="connsiteY4" fmla="*/ 3706080 h 4391066"/>
              <a:gd name="connsiteX5" fmla="*/ 684986 w 4890421"/>
              <a:gd name="connsiteY5" fmla="*/ 398676 h 43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90421" h="4391066">
                <a:moveTo>
                  <a:pt x="1083662" y="0"/>
                </a:moveTo>
                <a:lnTo>
                  <a:pt x="4890421" y="0"/>
                </a:lnTo>
                <a:lnTo>
                  <a:pt x="4890421" y="2808049"/>
                </a:lnTo>
                <a:lnTo>
                  <a:pt x="3992391" y="3706080"/>
                </a:lnTo>
                <a:cubicBezTo>
                  <a:pt x="3079076" y="4619395"/>
                  <a:pt x="1598301" y="4619395"/>
                  <a:pt x="684986" y="3706080"/>
                </a:cubicBezTo>
                <a:cubicBezTo>
                  <a:pt x="-228328" y="2792765"/>
                  <a:pt x="-228328" y="1311990"/>
                  <a:pt x="684986" y="398676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159B2-9CF1-9E05-5FA7-5B81E7F195E7}"/>
              </a:ext>
            </a:extLst>
          </p:cNvPr>
          <p:cNvSpPr/>
          <p:nvPr userDrawn="1"/>
        </p:nvSpPr>
        <p:spPr>
          <a:xfrm>
            <a:off x="486075" y="5000653"/>
            <a:ext cx="4077476" cy="1857348"/>
          </a:xfrm>
          <a:custGeom>
            <a:avLst/>
            <a:gdLst>
              <a:gd name="connsiteX0" fmla="*/ 2507608 w 4077476"/>
              <a:gd name="connsiteY0" fmla="*/ 0 h 1857348"/>
              <a:gd name="connsiteX1" fmla="*/ 3617672 w 4077476"/>
              <a:gd name="connsiteY1" fmla="*/ 459804 h 1857348"/>
              <a:gd name="connsiteX2" fmla="*/ 4077476 w 4077476"/>
              <a:gd name="connsiteY2" fmla="*/ 1569868 h 1857348"/>
              <a:gd name="connsiteX3" fmla="*/ 4049922 w 4077476"/>
              <a:gd name="connsiteY3" fmla="*/ 1857348 h 1857348"/>
              <a:gd name="connsiteX4" fmla="*/ 0 w 4077476"/>
              <a:gd name="connsiteY4" fmla="*/ 1857348 h 1857348"/>
              <a:gd name="connsiteX5" fmla="*/ 1397545 w 4077476"/>
              <a:gd name="connsiteY5" fmla="*/ 459804 h 1857348"/>
              <a:gd name="connsiteX6" fmla="*/ 2507608 w 4077476"/>
              <a:gd name="connsiteY6" fmla="*/ 0 h 185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476" h="1857348">
                <a:moveTo>
                  <a:pt x="2507608" y="0"/>
                </a:moveTo>
                <a:cubicBezTo>
                  <a:pt x="2909372" y="0"/>
                  <a:pt x="3311136" y="153268"/>
                  <a:pt x="3617672" y="459804"/>
                </a:cubicBezTo>
                <a:cubicBezTo>
                  <a:pt x="3924208" y="766340"/>
                  <a:pt x="4077476" y="1168104"/>
                  <a:pt x="4077476" y="1569868"/>
                </a:cubicBezTo>
                <a:lnTo>
                  <a:pt x="4049922" y="1857348"/>
                </a:lnTo>
                <a:lnTo>
                  <a:pt x="0" y="1857348"/>
                </a:lnTo>
                <a:lnTo>
                  <a:pt x="1397545" y="459804"/>
                </a:lnTo>
                <a:cubicBezTo>
                  <a:pt x="1704080" y="153268"/>
                  <a:pt x="2105844" y="0"/>
                  <a:pt x="25076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1F9952-3096-5EB4-195E-E111EF3DA7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8096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279600-C9F1-CF2F-5C8E-97EEA785D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3081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C8615EA-924C-6B9D-68EB-D8BBB5ECB83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410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4152A-0AC2-B35F-B3CA-D6B593C00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300" y="673100"/>
            <a:ext cx="10909300" cy="2463800"/>
          </a:xfrm>
          <a:custGeom>
            <a:avLst/>
            <a:gdLst>
              <a:gd name="connsiteX0" fmla="*/ 1231900 w 10909300"/>
              <a:gd name="connsiteY0" fmla="*/ 0 h 2463800"/>
              <a:gd name="connsiteX1" fmla="*/ 9677400 w 10909300"/>
              <a:gd name="connsiteY1" fmla="*/ 0 h 2463800"/>
              <a:gd name="connsiteX2" fmla="*/ 10909300 w 10909300"/>
              <a:gd name="connsiteY2" fmla="*/ 1231900 h 2463800"/>
              <a:gd name="connsiteX3" fmla="*/ 9677400 w 10909300"/>
              <a:gd name="connsiteY3" fmla="*/ 2463800 h 2463800"/>
              <a:gd name="connsiteX4" fmla="*/ 1231900 w 10909300"/>
              <a:gd name="connsiteY4" fmla="*/ 2463800 h 2463800"/>
              <a:gd name="connsiteX5" fmla="*/ 0 w 10909300"/>
              <a:gd name="connsiteY5" fmla="*/ 1231900 h 2463800"/>
              <a:gd name="connsiteX6" fmla="*/ 1231900 w 10909300"/>
              <a:gd name="connsiteY6" fmla="*/ 0 h 2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300" h="2463800">
                <a:moveTo>
                  <a:pt x="1231900" y="0"/>
                </a:moveTo>
                <a:lnTo>
                  <a:pt x="9677400" y="0"/>
                </a:lnTo>
                <a:cubicBezTo>
                  <a:pt x="10357760" y="0"/>
                  <a:pt x="10909300" y="551540"/>
                  <a:pt x="10909300" y="1231900"/>
                </a:cubicBezTo>
                <a:cubicBezTo>
                  <a:pt x="10909300" y="1912260"/>
                  <a:pt x="10357760" y="2463800"/>
                  <a:pt x="9677400" y="2463800"/>
                </a:cubicBezTo>
                <a:lnTo>
                  <a:pt x="1231900" y="2463800"/>
                </a:lnTo>
                <a:cubicBezTo>
                  <a:pt x="551540" y="2463800"/>
                  <a:pt x="0" y="1912260"/>
                  <a:pt x="0" y="1231900"/>
                </a:cubicBezTo>
                <a:cubicBezTo>
                  <a:pt x="0" y="551540"/>
                  <a:pt x="551540" y="0"/>
                  <a:pt x="12319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703173" y="3657600"/>
            <a:ext cx="8785654" cy="14465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 dirty="0"/>
              <a:t>Divider title are 44pt Noto </a:t>
            </a:r>
            <a:br>
              <a:rPr lang="en-US" dirty="0"/>
            </a:br>
            <a:r>
              <a:rPr lang="en-US" dirty="0"/>
              <a:t>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64164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686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4657C8-34AC-81B6-5C51-BB17F9686E24}"/>
              </a:ext>
            </a:extLst>
          </p:cNvPr>
          <p:cNvSpPr/>
          <p:nvPr userDrawn="1"/>
        </p:nvSpPr>
        <p:spPr>
          <a:xfrm rot="5400000">
            <a:off x="-17144" y="2760344"/>
            <a:ext cx="4114801" cy="4080511"/>
          </a:xfrm>
          <a:custGeom>
            <a:avLst/>
            <a:gdLst>
              <a:gd name="connsiteX0" fmla="*/ 0 w 4114801"/>
              <a:gd name="connsiteY0" fmla="*/ 4080511 h 4080511"/>
              <a:gd name="connsiteX1" fmla="*/ 0 w 4114801"/>
              <a:gd name="connsiteY1" fmla="*/ 2051686 h 4080511"/>
              <a:gd name="connsiteX2" fmla="*/ 2051686 w 4114801"/>
              <a:gd name="connsiteY2" fmla="*/ 0 h 4080511"/>
              <a:gd name="connsiteX3" fmla="*/ 2063115 w 4114801"/>
              <a:gd name="connsiteY3" fmla="*/ 0 h 4080511"/>
              <a:gd name="connsiteX4" fmla="*/ 4114801 w 4114801"/>
              <a:gd name="connsiteY4" fmla="*/ 2051686 h 4080511"/>
              <a:gd name="connsiteX5" fmla="*/ 4114800 w 4114801"/>
              <a:gd name="connsiteY5" fmla="*/ 4080511 h 40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4801" h="4080511">
                <a:moveTo>
                  <a:pt x="0" y="4080511"/>
                </a:moveTo>
                <a:lnTo>
                  <a:pt x="0" y="2051686"/>
                </a:lnTo>
                <a:cubicBezTo>
                  <a:pt x="0" y="918571"/>
                  <a:pt x="918571" y="0"/>
                  <a:pt x="2051686" y="0"/>
                </a:cubicBezTo>
                <a:lnTo>
                  <a:pt x="2063115" y="0"/>
                </a:lnTo>
                <a:cubicBezTo>
                  <a:pt x="3196230" y="0"/>
                  <a:pt x="4114801" y="918571"/>
                  <a:pt x="4114801" y="2051686"/>
                </a:cubicBezTo>
                <a:lnTo>
                  <a:pt x="4114800" y="4080511"/>
                </a:lnTo>
                <a:close/>
              </a:path>
            </a:pathLst>
          </a:custGeom>
          <a:gradFill flip="none" rotWithShape="1">
            <a:gsLst>
              <a:gs pos="65000">
                <a:srgbClr val="140A42"/>
              </a:gs>
              <a:gs pos="0">
                <a:srgbClr val="00CCFF"/>
              </a:gs>
            </a:gsLst>
            <a:lin ang="8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94BBB78-5FF7-C366-70FD-3AF06FA9E09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5FE5ABEB-7B35-8213-C6F0-6497298925D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948370" y="2594609"/>
            <a:ext cx="4624024" cy="2739391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254D77-8314-1D63-56AD-419C890F53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327139" cy="5552111"/>
          </a:xfrm>
          <a:custGeom>
            <a:avLst/>
            <a:gdLst>
              <a:gd name="connsiteX0" fmla="*/ 0 w 6327139"/>
              <a:gd name="connsiteY0" fmla="*/ 0 h 5552111"/>
              <a:gd name="connsiteX1" fmla="*/ 6327139 w 6327139"/>
              <a:gd name="connsiteY1" fmla="*/ 0 h 5552111"/>
              <a:gd name="connsiteX2" fmla="*/ 6327139 w 6327139"/>
              <a:gd name="connsiteY2" fmla="*/ 2377111 h 5552111"/>
              <a:gd name="connsiteX3" fmla="*/ 3152139 w 6327139"/>
              <a:gd name="connsiteY3" fmla="*/ 5552111 h 5552111"/>
              <a:gd name="connsiteX4" fmla="*/ 13723 w 6327139"/>
              <a:gd name="connsiteY4" fmla="*/ 2860632 h 5552111"/>
              <a:gd name="connsiteX5" fmla="*/ 0 w 6327139"/>
              <a:gd name="connsiteY5" fmla="*/ 2752636 h 555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7139" h="5552111">
                <a:moveTo>
                  <a:pt x="0" y="0"/>
                </a:moveTo>
                <a:lnTo>
                  <a:pt x="6327139" y="0"/>
                </a:lnTo>
                <a:lnTo>
                  <a:pt x="6327139" y="2377111"/>
                </a:lnTo>
                <a:cubicBezTo>
                  <a:pt x="6327139" y="4130615"/>
                  <a:pt x="4905643" y="5552111"/>
                  <a:pt x="3152139" y="5552111"/>
                </a:cubicBezTo>
                <a:cubicBezTo>
                  <a:pt x="1563027" y="5552111"/>
                  <a:pt x="246589" y="4384652"/>
                  <a:pt x="13723" y="2860632"/>
                </a:cubicBezTo>
                <a:lnTo>
                  <a:pt x="0" y="275263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296AAA-9AC5-C0EC-9897-4E4D0D105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743200"/>
            <a:ext cx="4080512" cy="2808911"/>
          </a:xfrm>
          <a:custGeom>
            <a:avLst/>
            <a:gdLst>
              <a:gd name="connsiteX0" fmla="*/ 0 w 4080512"/>
              <a:gd name="connsiteY0" fmla="*/ 0 h 2808911"/>
              <a:gd name="connsiteX1" fmla="*/ 2028826 w 4080512"/>
              <a:gd name="connsiteY1" fmla="*/ 0 h 2808911"/>
              <a:gd name="connsiteX2" fmla="*/ 4080512 w 4080512"/>
              <a:gd name="connsiteY2" fmla="*/ 2051686 h 2808911"/>
              <a:gd name="connsiteX3" fmla="*/ 4080512 w 4080512"/>
              <a:gd name="connsiteY3" fmla="*/ 2063115 h 2808911"/>
              <a:gd name="connsiteX4" fmla="*/ 3988272 w 4080512"/>
              <a:gd name="connsiteY4" fmla="*/ 2673224 h 2808911"/>
              <a:gd name="connsiteX5" fmla="*/ 3978625 w 4080512"/>
              <a:gd name="connsiteY5" fmla="*/ 2699582 h 2808911"/>
              <a:gd name="connsiteX6" fmla="*/ 3945622 w 4080512"/>
              <a:gd name="connsiteY6" fmla="*/ 2708954 h 2808911"/>
              <a:gd name="connsiteX7" fmla="*/ 3152140 w 4080512"/>
              <a:gd name="connsiteY7" fmla="*/ 2808911 h 2808911"/>
              <a:gd name="connsiteX8" fmla="*/ 13723 w 4080512"/>
              <a:gd name="connsiteY8" fmla="*/ 117432 h 2808911"/>
              <a:gd name="connsiteX9" fmla="*/ 0 w 4080512"/>
              <a:gd name="connsiteY9" fmla="*/ 9436 h 2808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0512" h="2808911">
                <a:moveTo>
                  <a:pt x="0" y="0"/>
                </a:moveTo>
                <a:lnTo>
                  <a:pt x="2028826" y="0"/>
                </a:lnTo>
                <a:cubicBezTo>
                  <a:pt x="3161941" y="0"/>
                  <a:pt x="4080513" y="918572"/>
                  <a:pt x="4080512" y="2051686"/>
                </a:cubicBezTo>
                <a:lnTo>
                  <a:pt x="4080512" y="2063115"/>
                </a:lnTo>
                <a:cubicBezTo>
                  <a:pt x="4080512" y="2275574"/>
                  <a:pt x="4048219" y="2480491"/>
                  <a:pt x="3988272" y="2673224"/>
                </a:cubicBezTo>
                <a:lnTo>
                  <a:pt x="3978625" y="2699582"/>
                </a:lnTo>
                <a:lnTo>
                  <a:pt x="3945622" y="2708954"/>
                </a:lnTo>
                <a:cubicBezTo>
                  <a:pt x="3692005" y="2774207"/>
                  <a:pt x="3426125" y="2808911"/>
                  <a:pt x="3152140" y="2808911"/>
                </a:cubicBezTo>
                <a:cubicBezTo>
                  <a:pt x="1563027" y="2808911"/>
                  <a:pt x="246589" y="1641452"/>
                  <a:pt x="13723" y="117432"/>
                </a:cubicBezTo>
                <a:lnTo>
                  <a:pt x="0" y="9436"/>
                </a:lnTo>
                <a:close/>
              </a:path>
            </a:pathLst>
          </a:custGeom>
          <a:solidFill>
            <a:srgbClr val="00CC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0" lvl="0"/>
            <a:r>
              <a:rPr lang="en-US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E3113A-26C0-984B-11CB-789A7AFB2ED7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302882-B07A-5399-657A-08126A085FAA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CC58985-0C3C-097C-1F60-A1A44B3F6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4BF919-0125-F0D1-D738-4F4B0976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3F27F7-BE73-4095-86A6-D508C1A94F63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D15BDCEA-34E9-D41E-A765-98D13F56C2E5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A0D4E4-097B-6261-3752-47CD008405BE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A461E1A-178C-C568-796D-F6D8764F4046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99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5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9296F-DACA-9046-F9F0-2407339F5BBF}"/>
              </a:ext>
            </a:extLst>
          </p:cNvPr>
          <p:cNvSpPr/>
          <p:nvPr userDrawn="1"/>
        </p:nvSpPr>
        <p:spPr>
          <a:xfrm>
            <a:off x="0" y="241300"/>
            <a:ext cx="11861800" cy="6362700"/>
          </a:xfrm>
          <a:custGeom>
            <a:avLst/>
            <a:gdLst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6" fmla="*/ 91440 w 11861800"/>
              <a:gd name="connsiteY6" fmla="*/ 9144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61800" h="6362700">
                <a:moveTo>
                  <a:pt x="0" y="0"/>
                </a:moveTo>
                <a:lnTo>
                  <a:pt x="11042602" y="0"/>
                </a:lnTo>
                <a:cubicBezTo>
                  <a:pt x="11495033" y="0"/>
                  <a:pt x="11861800" y="366767"/>
                  <a:pt x="11861800" y="819198"/>
                </a:cubicBezTo>
                <a:lnTo>
                  <a:pt x="11861800" y="5543502"/>
                </a:lnTo>
                <a:cubicBezTo>
                  <a:pt x="11861800" y="5995933"/>
                  <a:pt x="11495033" y="6362700"/>
                  <a:pt x="11042602" y="6362700"/>
                </a:cubicBezTo>
                <a:lnTo>
                  <a:pt x="0" y="636270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8C8038-FA73-08C5-C7EC-459DEC5181D5}"/>
              </a:ext>
            </a:extLst>
          </p:cNvPr>
          <p:cNvSpPr/>
          <p:nvPr userDrawn="1"/>
        </p:nvSpPr>
        <p:spPr>
          <a:xfrm rot="2700000">
            <a:off x="9238214" y="-735198"/>
            <a:ext cx="2460591" cy="4778211"/>
          </a:xfrm>
          <a:custGeom>
            <a:avLst/>
            <a:gdLst>
              <a:gd name="connsiteX0" fmla="*/ 0 w 2460591"/>
              <a:gd name="connsiteY0" fmla="*/ 1280424 h 4778211"/>
              <a:gd name="connsiteX1" fmla="*/ 1280424 w 2460591"/>
              <a:gd name="connsiteY1" fmla="*/ 0 h 4778211"/>
              <a:gd name="connsiteX2" fmla="*/ 2460591 w 2460591"/>
              <a:gd name="connsiteY2" fmla="*/ 1180167 h 4778211"/>
              <a:gd name="connsiteX3" fmla="*/ 2460591 w 2460591"/>
              <a:gd name="connsiteY3" fmla="*/ 3547915 h 4778211"/>
              <a:gd name="connsiteX4" fmla="*/ 1230295 w 2460591"/>
              <a:gd name="connsiteY4" fmla="*/ 4778211 h 4778211"/>
              <a:gd name="connsiteX5" fmla="*/ 1230296 w 2460591"/>
              <a:gd name="connsiteY5" fmla="*/ 4778210 h 4778211"/>
              <a:gd name="connsiteX6" fmla="*/ 0 w 2460591"/>
              <a:gd name="connsiteY6" fmla="*/ 3547914 h 477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0591" h="4778211">
                <a:moveTo>
                  <a:pt x="0" y="1280424"/>
                </a:moveTo>
                <a:lnTo>
                  <a:pt x="1280424" y="0"/>
                </a:lnTo>
                <a:lnTo>
                  <a:pt x="2460591" y="1180167"/>
                </a:lnTo>
                <a:lnTo>
                  <a:pt x="2460591" y="3547915"/>
                </a:lnTo>
                <a:cubicBezTo>
                  <a:pt x="2460591" y="4227389"/>
                  <a:pt x="1909769" y="4778211"/>
                  <a:pt x="1230295" y="4778211"/>
                </a:cubicBezTo>
                <a:lnTo>
                  <a:pt x="1230296" y="4778210"/>
                </a:lnTo>
                <a:cubicBezTo>
                  <a:pt x="550822" y="4778210"/>
                  <a:pt x="0" y="4227388"/>
                  <a:pt x="0" y="35479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6F5794-85A7-17A2-FFC2-4D48EE025E27}"/>
              </a:ext>
            </a:extLst>
          </p:cNvPr>
          <p:cNvSpPr/>
          <p:nvPr userDrawn="1"/>
        </p:nvSpPr>
        <p:spPr>
          <a:xfrm rot="2700000">
            <a:off x="9018425" y="1722637"/>
            <a:ext cx="1400920" cy="308899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DF1DF1-E612-7259-00E2-0E94AA9CD634}"/>
              </a:ext>
            </a:extLst>
          </p:cNvPr>
          <p:cNvSpPr/>
          <p:nvPr userDrawn="1"/>
        </p:nvSpPr>
        <p:spPr>
          <a:xfrm rot="2700000">
            <a:off x="11090780" y="1102947"/>
            <a:ext cx="573932" cy="2880691"/>
          </a:xfrm>
          <a:custGeom>
            <a:avLst/>
            <a:gdLst>
              <a:gd name="connsiteX0" fmla="*/ 0 w 573932"/>
              <a:gd name="connsiteY0" fmla="*/ 0 h 2880691"/>
              <a:gd name="connsiteX1" fmla="*/ 573932 w 573932"/>
              <a:gd name="connsiteY1" fmla="*/ 573932 h 2880691"/>
              <a:gd name="connsiteX2" fmla="*/ 573932 w 573932"/>
              <a:gd name="connsiteY2" fmla="*/ 2593725 h 2880691"/>
              <a:gd name="connsiteX3" fmla="*/ 286966 w 573932"/>
              <a:gd name="connsiteY3" fmla="*/ 2880691 h 2880691"/>
              <a:gd name="connsiteX4" fmla="*/ 0 w 573932"/>
              <a:gd name="connsiteY4" fmla="*/ 2593725 h 288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932" h="2880691">
                <a:moveTo>
                  <a:pt x="0" y="0"/>
                </a:moveTo>
                <a:lnTo>
                  <a:pt x="573932" y="573932"/>
                </a:lnTo>
                <a:lnTo>
                  <a:pt x="573932" y="2593725"/>
                </a:lnTo>
                <a:cubicBezTo>
                  <a:pt x="573932" y="2752212"/>
                  <a:pt x="445453" y="2880691"/>
                  <a:pt x="286966" y="2880691"/>
                </a:cubicBezTo>
                <a:cubicBezTo>
                  <a:pt x="128479" y="2880691"/>
                  <a:pt x="0" y="2752212"/>
                  <a:pt x="0" y="259372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2A4BBE-9AC6-9A23-A558-3095FF713B7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120" y="5218685"/>
            <a:ext cx="2212298" cy="3999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57E1A5-6398-744B-9D89-B5FC950E8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265342"/>
            <a:ext cx="5650031" cy="208745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D3BA533-3ADD-8D51-053C-1D0D9AD32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767271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2" name="Picture Placeholder 41">
            <a:extLst>
              <a:ext uri="{FF2B5EF4-FFF2-40B4-BE49-F238E27FC236}">
                <a16:creationId xmlns:a16="http://schemas.microsoft.com/office/drawing/2014/main" id="{646C28D9-E3F6-9E2B-04BE-29A79EA666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846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91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6A038E8-64AE-8880-6663-5B5585D30CCB}"/>
              </a:ext>
            </a:extLst>
          </p:cNvPr>
          <p:cNvSpPr/>
          <p:nvPr userDrawn="1"/>
        </p:nvSpPr>
        <p:spPr>
          <a:xfrm rot="5400000">
            <a:off x="2133600" y="-1543050"/>
            <a:ext cx="5676900" cy="9944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0374AA-A7E2-AECE-1458-73409259AA40}"/>
              </a:ext>
            </a:extLst>
          </p:cNvPr>
          <p:cNvSpPr/>
          <p:nvPr userDrawn="1"/>
        </p:nvSpPr>
        <p:spPr>
          <a:xfrm>
            <a:off x="2" y="589788"/>
            <a:ext cx="2853043" cy="5678424"/>
          </a:xfrm>
          <a:custGeom>
            <a:avLst/>
            <a:gdLst>
              <a:gd name="connsiteX0" fmla="*/ 0 w 2853043"/>
              <a:gd name="connsiteY0" fmla="*/ 0 h 5678424"/>
              <a:gd name="connsiteX1" fmla="*/ 13830 w 2853043"/>
              <a:gd name="connsiteY1" fmla="*/ 0 h 5678424"/>
              <a:gd name="connsiteX2" fmla="*/ 2853043 w 2853043"/>
              <a:gd name="connsiteY2" fmla="*/ 2839212 h 5678424"/>
              <a:gd name="connsiteX3" fmla="*/ 2853042 w 2853043"/>
              <a:gd name="connsiteY3" fmla="*/ 2839212 h 5678424"/>
              <a:gd name="connsiteX4" fmla="*/ 13829 w 2853043"/>
              <a:gd name="connsiteY4" fmla="*/ 5678424 h 5678424"/>
              <a:gd name="connsiteX5" fmla="*/ 0 w 2853043"/>
              <a:gd name="connsiteY5" fmla="*/ 5678424 h 567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3043" h="5678424">
                <a:moveTo>
                  <a:pt x="0" y="0"/>
                </a:moveTo>
                <a:lnTo>
                  <a:pt x="13830" y="0"/>
                </a:lnTo>
                <a:cubicBezTo>
                  <a:pt x="1581884" y="0"/>
                  <a:pt x="2853043" y="1271159"/>
                  <a:pt x="2853043" y="2839212"/>
                </a:cubicBezTo>
                <a:lnTo>
                  <a:pt x="2853042" y="2839212"/>
                </a:lnTo>
                <a:cubicBezTo>
                  <a:pt x="2853042" y="4407266"/>
                  <a:pt x="1581883" y="5678424"/>
                  <a:pt x="13829" y="5678424"/>
                </a:cubicBezTo>
                <a:lnTo>
                  <a:pt x="0" y="5678424"/>
                </a:lnTo>
                <a:close/>
              </a:path>
            </a:pathLst>
          </a:custGeom>
          <a:gradFill flip="none" rotWithShape="1">
            <a:gsLst>
              <a:gs pos="0">
                <a:srgbClr val="3E747E"/>
              </a:gs>
              <a:gs pos="98000">
                <a:srgbClr val="6CE5C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1C33A8-1F18-8162-5652-8392E5AF91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411A8A4-6024-50CD-FEB3-D5754242D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54269" y="2400302"/>
            <a:ext cx="5446831" cy="205739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89349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081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6D66F840-DC3F-98E2-1515-EBA85FF8AB6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F9D131-ED47-159F-D2D8-EE9600953C46}"/>
              </a:ext>
            </a:extLst>
          </p:cNvPr>
          <p:cNvGrpSpPr/>
          <p:nvPr userDrawn="1"/>
        </p:nvGrpSpPr>
        <p:grpSpPr>
          <a:xfrm>
            <a:off x="6291548" y="469901"/>
            <a:ext cx="5651999" cy="5905499"/>
            <a:chOff x="-3636639" y="711200"/>
            <a:chExt cx="6563187" cy="685755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B0CD13D-716D-C239-E3F7-94F356E4BDD1}"/>
                </a:ext>
              </a:extLst>
            </p:cNvPr>
            <p:cNvSpPr/>
            <p:nvPr/>
          </p:nvSpPr>
          <p:spPr>
            <a:xfrm>
              <a:off x="-2915180" y="71120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8E56412-5E8B-A1F9-6893-9684E967775D}"/>
                </a:ext>
              </a:extLst>
            </p:cNvPr>
            <p:cNvSpPr/>
            <p:nvPr/>
          </p:nvSpPr>
          <p:spPr>
            <a:xfrm>
              <a:off x="-1246696" y="711200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C4114B-28B5-5F88-4DC0-2E450A0C1E15}"/>
                </a:ext>
              </a:extLst>
            </p:cNvPr>
            <p:cNvSpPr/>
            <p:nvPr/>
          </p:nvSpPr>
          <p:spPr>
            <a:xfrm>
              <a:off x="-1246770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AEE555-A49B-9B6E-955F-DA38BEC6E48D}"/>
                </a:ext>
              </a:extLst>
            </p:cNvPr>
            <p:cNvSpPr/>
            <p:nvPr/>
          </p:nvSpPr>
          <p:spPr>
            <a:xfrm>
              <a:off x="1228546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7164CF-FD44-445F-654A-F40CBDDCA5F8}"/>
                </a:ext>
              </a:extLst>
            </p:cNvPr>
            <p:cNvSpPr/>
            <p:nvPr/>
          </p:nvSpPr>
          <p:spPr>
            <a:xfrm>
              <a:off x="-413526" y="1632332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501A8E-B988-B0A4-38C2-E875AACF00F3}"/>
                </a:ext>
              </a:extLst>
            </p:cNvPr>
            <p:cNvSpPr/>
            <p:nvPr/>
          </p:nvSpPr>
          <p:spPr>
            <a:xfrm>
              <a:off x="308153" y="1632258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634FCA-D671-8E4E-FB65-176D5753BD81}"/>
                </a:ext>
              </a:extLst>
            </p:cNvPr>
            <p:cNvSpPr/>
            <p:nvPr/>
          </p:nvSpPr>
          <p:spPr>
            <a:xfrm>
              <a:off x="611252" y="2552724"/>
              <a:ext cx="2315296" cy="920392"/>
            </a:xfrm>
            <a:custGeom>
              <a:avLst/>
              <a:gdLst>
                <a:gd name="connsiteX0" fmla="*/ 1855063 w 2315296"/>
                <a:gd name="connsiteY0" fmla="*/ 0 h 920392"/>
                <a:gd name="connsiteX1" fmla="*/ 2315297 w 2315296"/>
                <a:gd name="connsiteY1" fmla="*/ 460233 h 920392"/>
                <a:gd name="connsiteX2" fmla="*/ 2315297 w 2315296"/>
                <a:gd name="connsiteY2" fmla="*/ 460159 h 920392"/>
                <a:gd name="connsiteX3" fmla="*/ 1855063 w 2315296"/>
                <a:gd name="connsiteY3" fmla="*/ 920392 h 920392"/>
                <a:gd name="connsiteX4" fmla="*/ 460233 w 2315296"/>
                <a:gd name="connsiteY4" fmla="*/ 920392 h 920392"/>
                <a:gd name="connsiteX5" fmla="*/ 0 w 2315296"/>
                <a:gd name="connsiteY5" fmla="*/ 460159 h 920392"/>
                <a:gd name="connsiteX6" fmla="*/ 0 w 2315296"/>
                <a:gd name="connsiteY6" fmla="*/ 460233 h 920392"/>
                <a:gd name="connsiteX7" fmla="*/ 460233 w 2315296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5296" h="920392">
                  <a:moveTo>
                    <a:pt x="1855063" y="0"/>
                  </a:moveTo>
                  <a:cubicBezTo>
                    <a:pt x="2109243" y="0"/>
                    <a:pt x="2315297" y="206053"/>
                    <a:pt x="2315297" y="460233"/>
                  </a:cubicBezTo>
                  <a:lnTo>
                    <a:pt x="2315297" y="460159"/>
                  </a:lnTo>
                  <a:cubicBezTo>
                    <a:pt x="2315297" y="714339"/>
                    <a:pt x="2109243" y="920392"/>
                    <a:pt x="1855063" y="920392"/>
                  </a:cubicBezTo>
                  <a:lnTo>
                    <a:pt x="460233" y="920392"/>
                  </a:lnTo>
                  <a:cubicBezTo>
                    <a:pt x="206054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24FC20-7D0D-869C-E9B7-7B299C8191A2}"/>
                </a:ext>
              </a:extLst>
            </p:cNvPr>
            <p:cNvSpPr/>
            <p:nvPr/>
          </p:nvSpPr>
          <p:spPr>
            <a:xfrm>
              <a:off x="1228546" y="3473117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97B7C2-D247-4CB8-F5BE-35AB2F63072A}"/>
                </a:ext>
              </a:extLst>
            </p:cNvPr>
            <p:cNvSpPr/>
            <p:nvPr/>
          </p:nvSpPr>
          <p:spPr>
            <a:xfrm>
              <a:off x="1228620" y="4398096"/>
              <a:ext cx="1697928" cy="920392"/>
            </a:xfrm>
            <a:custGeom>
              <a:avLst/>
              <a:gdLst>
                <a:gd name="connsiteX0" fmla="*/ 1250642 w 1697928"/>
                <a:gd name="connsiteY0" fmla="*/ 0 h 920392"/>
                <a:gd name="connsiteX1" fmla="*/ 1697929 w 1697928"/>
                <a:gd name="connsiteY1" fmla="*/ 447287 h 920392"/>
                <a:gd name="connsiteX2" fmla="*/ 1697929 w 1697928"/>
                <a:gd name="connsiteY2" fmla="*/ 473106 h 920392"/>
                <a:gd name="connsiteX3" fmla="*/ 1250642 w 1697928"/>
                <a:gd name="connsiteY3" fmla="*/ 920393 h 920392"/>
                <a:gd name="connsiteX4" fmla="*/ 447286 w 1697928"/>
                <a:gd name="connsiteY4" fmla="*/ 920393 h 920392"/>
                <a:gd name="connsiteX5" fmla="*/ 0 w 1697928"/>
                <a:gd name="connsiteY5" fmla="*/ 473106 h 920392"/>
                <a:gd name="connsiteX6" fmla="*/ 0 w 1697928"/>
                <a:gd name="connsiteY6" fmla="*/ 447287 h 920392"/>
                <a:gd name="connsiteX7" fmla="*/ 447286 w 169792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7928" h="920392">
                  <a:moveTo>
                    <a:pt x="1250642" y="0"/>
                  </a:moveTo>
                  <a:cubicBezTo>
                    <a:pt x="1497671" y="0"/>
                    <a:pt x="1697929" y="200257"/>
                    <a:pt x="1697929" y="447287"/>
                  </a:cubicBezTo>
                  <a:lnTo>
                    <a:pt x="1697929" y="473106"/>
                  </a:lnTo>
                  <a:cubicBezTo>
                    <a:pt x="1697929" y="720135"/>
                    <a:pt x="1497672" y="920393"/>
                    <a:pt x="1250642" y="920393"/>
                  </a:cubicBezTo>
                  <a:lnTo>
                    <a:pt x="447286" y="920393"/>
                  </a:lnTo>
                  <a:cubicBezTo>
                    <a:pt x="200257" y="920393"/>
                    <a:pt x="0" y="720136"/>
                    <a:pt x="0" y="473106"/>
                  </a:cubicBezTo>
                  <a:lnTo>
                    <a:pt x="0" y="447287"/>
                  </a:lnTo>
                  <a:cubicBezTo>
                    <a:pt x="0" y="200257"/>
                    <a:pt x="200257" y="0"/>
                    <a:pt x="447286" y="0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46994-B426-203A-07D5-80547C708E56}"/>
                </a:ext>
              </a:extLst>
            </p:cNvPr>
            <p:cNvSpPr/>
            <p:nvPr/>
          </p:nvSpPr>
          <p:spPr>
            <a:xfrm>
              <a:off x="698919" y="5323001"/>
              <a:ext cx="1687275" cy="920392"/>
            </a:xfrm>
            <a:custGeom>
              <a:avLst/>
              <a:gdLst>
                <a:gd name="connsiteX0" fmla="*/ 1227042 w 1687275"/>
                <a:gd name="connsiteY0" fmla="*/ 0 h 920392"/>
                <a:gd name="connsiteX1" fmla="*/ 1687276 w 1687275"/>
                <a:gd name="connsiteY1" fmla="*/ 460233 h 920392"/>
                <a:gd name="connsiteX2" fmla="*/ 1687276 w 1687275"/>
                <a:gd name="connsiteY2" fmla="*/ 460159 h 920392"/>
                <a:gd name="connsiteX3" fmla="*/ 1227042 w 1687275"/>
                <a:gd name="connsiteY3" fmla="*/ 920393 h 920392"/>
                <a:gd name="connsiteX4" fmla="*/ 460233 w 1687275"/>
                <a:gd name="connsiteY4" fmla="*/ 920393 h 920392"/>
                <a:gd name="connsiteX5" fmla="*/ 0 w 1687275"/>
                <a:gd name="connsiteY5" fmla="*/ 460159 h 920392"/>
                <a:gd name="connsiteX6" fmla="*/ 0 w 1687275"/>
                <a:gd name="connsiteY6" fmla="*/ 460233 h 920392"/>
                <a:gd name="connsiteX7" fmla="*/ 460233 w 1687275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7275" h="920392">
                  <a:moveTo>
                    <a:pt x="1227042" y="0"/>
                  </a:moveTo>
                  <a:cubicBezTo>
                    <a:pt x="1481222" y="0"/>
                    <a:pt x="1687276" y="206053"/>
                    <a:pt x="1687276" y="460233"/>
                  </a:cubicBezTo>
                  <a:lnTo>
                    <a:pt x="1687276" y="460159"/>
                  </a:lnTo>
                  <a:cubicBezTo>
                    <a:pt x="1687276" y="714339"/>
                    <a:pt x="1481222" y="920393"/>
                    <a:pt x="1227042" y="920393"/>
                  </a:cubicBezTo>
                  <a:lnTo>
                    <a:pt x="460233" y="920393"/>
                  </a:lnTo>
                  <a:cubicBezTo>
                    <a:pt x="206054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5C3DCF-B310-DBED-FE6D-0455460C74D5}"/>
                </a:ext>
              </a:extLst>
            </p:cNvPr>
            <p:cNvSpPr/>
            <p:nvPr/>
          </p:nvSpPr>
          <p:spPr>
            <a:xfrm>
              <a:off x="1228546" y="647732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FF6048-5617-D6BF-9EBC-40116B532B38}"/>
                </a:ext>
              </a:extLst>
            </p:cNvPr>
            <p:cNvSpPr/>
            <p:nvPr/>
          </p:nvSpPr>
          <p:spPr>
            <a:xfrm>
              <a:off x="308153" y="647732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AC4BC1-7BB5-461D-4186-57D7CB424A62}"/>
                </a:ext>
              </a:extLst>
            </p:cNvPr>
            <p:cNvSpPr/>
            <p:nvPr/>
          </p:nvSpPr>
          <p:spPr>
            <a:xfrm rot="5400000">
              <a:off x="-783170" y="363990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6CC3A3-6381-6772-A88F-6A1C877E2CD2}"/>
                </a:ext>
              </a:extLst>
            </p:cNvPr>
            <p:cNvSpPr/>
            <p:nvPr/>
          </p:nvSpPr>
          <p:spPr>
            <a:xfrm>
              <a:off x="-413526" y="401287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4 w 920466"/>
                <a:gd name="connsiteY1" fmla="*/ 920467 h 920466"/>
                <a:gd name="connsiteX2" fmla="*/ 0 w 920466"/>
                <a:gd name="connsiteY2" fmla="*/ 460233 h 920466"/>
                <a:gd name="connsiteX3" fmla="*/ 460234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4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4" y="0"/>
                  </a:cubicBezTo>
                  <a:cubicBezTo>
                    <a:pt x="714413" y="0"/>
                    <a:pt x="920467" y="206054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7F3FD4-7F0C-7B88-D5D7-A9B1D4E7EDCD}"/>
                </a:ext>
              </a:extLst>
            </p:cNvPr>
            <p:cNvSpPr/>
            <p:nvPr/>
          </p:nvSpPr>
          <p:spPr>
            <a:xfrm>
              <a:off x="-41019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19D077-291C-F22B-E91D-1D74A19CCC20}"/>
                </a:ext>
              </a:extLst>
            </p:cNvPr>
            <p:cNvSpPr/>
            <p:nvPr/>
          </p:nvSpPr>
          <p:spPr>
            <a:xfrm>
              <a:off x="-1330590" y="4957611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6E80CF-7709-6FA0-986E-0B101C62C03D}"/>
                </a:ext>
              </a:extLst>
            </p:cNvPr>
            <p:cNvSpPr/>
            <p:nvPr/>
          </p:nvSpPr>
          <p:spPr>
            <a:xfrm rot="5400000">
              <a:off x="-1701861" y="627531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5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CA37FA-E05D-BBA4-0924-E5B6CE13357E}"/>
                </a:ext>
              </a:extLst>
            </p:cNvPr>
            <p:cNvSpPr/>
            <p:nvPr/>
          </p:nvSpPr>
          <p:spPr>
            <a:xfrm>
              <a:off x="-1332291" y="664828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C4B006-C207-FFD1-7D5E-2BCAFC191975}"/>
                </a:ext>
              </a:extLst>
            </p:cNvPr>
            <p:cNvSpPr/>
            <p:nvPr/>
          </p:nvSpPr>
          <p:spPr>
            <a:xfrm rot="16200000">
              <a:off x="-2625657" y="6275316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342DBC-543F-A8A9-8804-2A87D9DA9EFA}"/>
                </a:ext>
              </a:extLst>
            </p:cNvPr>
            <p:cNvSpPr/>
            <p:nvPr/>
          </p:nvSpPr>
          <p:spPr>
            <a:xfrm>
              <a:off x="-2249355" y="5902343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9A21E2-93C4-EF96-F88C-C69F3E89C47D}"/>
                </a:ext>
              </a:extLst>
            </p:cNvPr>
            <p:cNvSpPr/>
            <p:nvPr/>
          </p:nvSpPr>
          <p:spPr>
            <a:xfrm>
              <a:off x="-2055673" y="319102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C5232E-9DFD-3B3E-A3CF-ADE7F35CE79C}"/>
                </a:ext>
              </a:extLst>
            </p:cNvPr>
            <p:cNvSpPr/>
            <p:nvPr/>
          </p:nvSpPr>
          <p:spPr>
            <a:xfrm>
              <a:off x="-2972737" y="319102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E1A87EC-7FA0-AB16-D7AB-58663762D703}"/>
                </a:ext>
              </a:extLst>
            </p:cNvPr>
            <p:cNvSpPr/>
            <p:nvPr/>
          </p:nvSpPr>
          <p:spPr>
            <a:xfrm rot="5400000">
              <a:off x="-4006282" y="4584638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4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4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4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4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601C84-B052-D8A7-105C-A9C65E32CC8C}"/>
                </a:ext>
              </a:extLst>
            </p:cNvPr>
            <p:cNvSpPr/>
            <p:nvPr/>
          </p:nvSpPr>
          <p:spPr>
            <a:xfrm>
              <a:off x="-3636639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6E5C72-8486-1E66-04A7-D91B736D0636}"/>
                </a:ext>
              </a:extLst>
            </p:cNvPr>
            <p:cNvSpPr/>
            <p:nvPr/>
          </p:nvSpPr>
          <p:spPr>
            <a:xfrm>
              <a:off x="-271291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8E0F4A3-D638-A7B8-4A93-B69D3386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3381727"/>
            <a:ext cx="5419102" cy="2079273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07C91505-163B-33AB-6F26-775FAE5129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8289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05880F7E-2EF9-500F-8C65-8AE5422B4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9380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phic 23">
            <a:extLst>
              <a:ext uri="{FF2B5EF4-FFF2-40B4-BE49-F238E27FC236}">
                <a16:creationId xmlns:a16="http://schemas.microsoft.com/office/drawing/2014/main" id="{FA43C2D8-91E1-D523-C303-80C76AB672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5206E26-8F1D-9E77-06A9-3E52BE359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31744" y="480060"/>
            <a:ext cx="2960256" cy="5891813"/>
          </a:xfrm>
          <a:custGeom>
            <a:avLst/>
            <a:gdLst>
              <a:gd name="connsiteX0" fmla="*/ 2945906 w 2960256"/>
              <a:gd name="connsiteY0" fmla="*/ 0 h 5891813"/>
              <a:gd name="connsiteX1" fmla="*/ 2960256 w 2960256"/>
              <a:gd name="connsiteY1" fmla="*/ 0 h 5891813"/>
              <a:gd name="connsiteX2" fmla="*/ 2960256 w 2960256"/>
              <a:gd name="connsiteY2" fmla="*/ 5891813 h 5891813"/>
              <a:gd name="connsiteX3" fmla="*/ 2945907 w 2960256"/>
              <a:gd name="connsiteY3" fmla="*/ 5891813 h 5891813"/>
              <a:gd name="connsiteX4" fmla="*/ 1 w 2960256"/>
              <a:gd name="connsiteY4" fmla="*/ 2945907 h 5891813"/>
              <a:gd name="connsiteX5" fmla="*/ 0 w 2960256"/>
              <a:gd name="connsiteY5" fmla="*/ 2945907 h 5891813"/>
              <a:gd name="connsiteX6" fmla="*/ 2945906 w 2960256"/>
              <a:gd name="connsiteY6" fmla="*/ 0 h 589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0256" h="5891813">
                <a:moveTo>
                  <a:pt x="2945906" y="0"/>
                </a:moveTo>
                <a:lnTo>
                  <a:pt x="2960256" y="0"/>
                </a:lnTo>
                <a:lnTo>
                  <a:pt x="2960256" y="5891813"/>
                </a:lnTo>
                <a:lnTo>
                  <a:pt x="2945907" y="5891813"/>
                </a:lnTo>
                <a:cubicBezTo>
                  <a:pt x="1318928" y="5891813"/>
                  <a:pt x="1" y="4572886"/>
                  <a:pt x="1" y="2945907"/>
                </a:cubicBezTo>
                <a:lnTo>
                  <a:pt x="0" y="2945907"/>
                </a:lnTo>
                <a:cubicBezTo>
                  <a:pt x="0" y="1318927"/>
                  <a:pt x="1318927" y="0"/>
                  <a:pt x="2945906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705249"/>
            <a:ext cx="8109732" cy="1441434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44pt Noto Sans Light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AC6ABD-4638-0FE9-9EFB-87A913DE552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1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2 - IQVIA"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9584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DFA0D13-DE2C-0B2E-321B-3757559395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367171"/>
            <a:ext cx="6471432" cy="2123658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</a:t>
            </a:r>
            <a:br>
              <a:rPr lang="en-US"/>
            </a:br>
            <a:r>
              <a:rPr lang="en-US"/>
              <a:t>44pt Noto Sans Light sentence case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E7BBED7-1DCF-E62E-3826-549F8362CD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909973"/>
            <a:ext cx="2212298" cy="399963"/>
          </a:xfrm>
          <a:prstGeom prst="rect">
            <a:avLst/>
          </a:prstGeom>
        </p:spPr>
      </p:pic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E99BEF8-B37E-D639-B8AE-389ED1C2F410}"/>
              </a:ext>
            </a:extLst>
          </p:cNvPr>
          <p:cNvSpPr/>
          <p:nvPr userDrawn="1"/>
        </p:nvSpPr>
        <p:spPr>
          <a:xfrm rot="16200000" flipH="1">
            <a:off x="9687544" y="2143688"/>
            <a:ext cx="2514566" cy="249434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b="1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7E1F127-38D3-D9EB-971C-A039C20BDB56}"/>
              </a:ext>
            </a:extLst>
          </p:cNvPr>
          <p:cNvSpPr/>
          <p:nvPr userDrawn="1"/>
        </p:nvSpPr>
        <p:spPr>
          <a:xfrm flipH="1">
            <a:off x="8321628" y="0"/>
            <a:ext cx="3867268" cy="3850111"/>
          </a:xfrm>
          <a:custGeom>
            <a:avLst/>
            <a:gdLst>
              <a:gd name="connsiteX0" fmla="*/ 3867268 w 3867268"/>
              <a:gd name="connsiteY0" fmla="*/ 0 h 3850111"/>
              <a:gd name="connsiteX1" fmla="*/ 0 w 3867268"/>
              <a:gd name="connsiteY1" fmla="*/ 0 h 3850111"/>
              <a:gd name="connsiteX2" fmla="*/ 0 w 3867268"/>
              <a:gd name="connsiteY2" fmla="*/ 457200 h 3850111"/>
              <a:gd name="connsiteX3" fmla="*/ 0 w 3867268"/>
              <a:gd name="connsiteY3" fmla="*/ 1672128 h 3850111"/>
              <a:gd name="connsiteX4" fmla="*/ 0 w 3867268"/>
              <a:gd name="connsiteY4" fmla="*/ 2129328 h 3850111"/>
              <a:gd name="connsiteX5" fmla="*/ 26183 w 3867268"/>
              <a:gd name="connsiteY5" fmla="*/ 2300888 h 3850111"/>
              <a:gd name="connsiteX6" fmla="*/ 1927016 w 3867268"/>
              <a:gd name="connsiteY6" fmla="*/ 3850111 h 3850111"/>
              <a:gd name="connsiteX7" fmla="*/ 3867268 w 3867268"/>
              <a:gd name="connsiteY7" fmla="*/ 1909860 h 3850111"/>
              <a:gd name="connsiteX8" fmla="*/ 3867268 w 3867268"/>
              <a:gd name="connsiteY8" fmla="*/ 1452659 h 3850111"/>
              <a:gd name="connsiteX9" fmla="*/ 3867268 w 3867268"/>
              <a:gd name="connsiteY9" fmla="*/ 457200 h 385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7268" h="3850111">
                <a:moveTo>
                  <a:pt x="3867268" y="0"/>
                </a:moveTo>
                <a:lnTo>
                  <a:pt x="0" y="0"/>
                </a:lnTo>
                <a:lnTo>
                  <a:pt x="0" y="457200"/>
                </a:lnTo>
                <a:lnTo>
                  <a:pt x="0" y="1672128"/>
                </a:lnTo>
                <a:lnTo>
                  <a:pt x="0" y="2129328"/>
                </a:lnTo>
                <a:lnTo>
                  <a:pt x="26183" y="2300888"/>
                </a:lnTo>
                <a:cubicBezTo>
                  <a:pt x="207105" y="3185028"/>
                  <a:pt x="989391" y="3850111"/>
                  <a:pt x="1927016" y="3850111"/>
                </a:cubicBezTo>
                <a:cubicBezTo>
                  <a:pt x="2998588" y="3850111"/>
                  <a:pt x="3867268" y="2981431"/>
                  <a:pt x="3867268" y="1909860"/>
                </a:cubicBezTo>
                <a:lnTo>
                  <a:pt x="3867268" y="1452659"/>
                </a:lnTo>
                <a:lnTo>
                  <a:pt x="3867268" y="457200"/>
                </a:ln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0CCFF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b="1" err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0B38AA-2B30-B9A6-A77B-73C8C2812053}"/>
              </a:ext>
            </a:extLst>
          </p:cNvPr>
          <p:cNvSpPr/>
          <p:nvPr userDrawn="1"/>
        </p:nvSpPr>
        <p:spPr>
          <a:xfrm rot="16200000" flipH="1">
            <a:off x="10086560" y="1744672"/>
            <a:ext cx="1716534" cy="2494346"/>
          </a:xfrm>
          <a:custGeom>
            <a:avLst/>
            <a:gdLst>
              <a:gd name="connsiteX0" fmla="*/ 0 w 2808911"/>
              <a:gd name="connsiteY0" fmla="*/ 4081711 h 4081711"/>
              <a:gd name="connsiteX1" fmla="*/ 0 w 2808911"/>
              <a:gd name="connsiteY1" fmla="*/ 2051686 h 4081711"/>
              <a:gd name="connsiteX2" fmla="*/ 2051686 w 2808911"/>
              <a:gd name="connsiteY2" fmla="*/ 0 h 4081711"/>
              <a:gd name="connsiteX3" fmla="*/ 2063115 w 2808911"/>
              <a:gd name="connsiteY3" fmla="*/ 0 h 4081711"/>
              <a:gd name="connsiteX4" fmla="*/ 2673224 w 2808911"/>
              <a:gd name="connsiteY4" fmla="*/ 92240 h 4081711"/>
              <a:gd name="connsiteX5" fmla="*/ 2699582 w 2808911"/>
              <a:gd name="connsiteY5" fmla="*/ 101887 h 4081711"/>
              <a:gd name="connsiteX6" fmla="*/ 2708954 w 2808911"/>
              <a:gd name="connsiteY6" fmla="*/ 134890 h 4081711"/>
              <a:gd name="connsiteX7" fmla="*/ 2808911 w 2808911"/>
              <a:gd name="connsiteY7" fmla="*/ 928372 h 4081711"/>
              <a:gd name="connsiteX8" fmla="*/ 117432 w 2808911"/>
              <a:gd name="connsiteY8" fmla="*/ 4066789 h 4081711"/>
              <a:gd name="connsiteX9" fmla="*/ 0 w 2808911"/>
              <a:gd name="connsiteY9" fmla="*/ 4081711 h 40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8911" h="4081711">
                <a:moveTo>
                  <a:pt x="0" y="4081711"/>
                </a:moveTo>
                <a:lnTo>
                  <a:pt x="0" y="2051686"/>
                </a:lnTo>
                <a:cubicBezTo>
                  <a:pt x="0" y="918571"/>
                  <a:pt x="918572" y="-1"/>
                  <a:pt x="2051686" y="0"/>
                </a:cubicBezTo>
                <a:lnTo>
                  <a:pt x="2063115" y="0"/>
                </a:lnTo>
                <a:cubicBezTo>
                  <a:pt x="2275574" y="0"/>
                  <a:pt x="2480491" y="32293"/>
                  <a:pt x="2673224" y="92240"/>
                </a:cubicBezTo>
                <a:lnTo>
                  <a:pt x="2699582" y="101887"/>
                </a:lnTo>
                <a:lnTo>
                  <a:pt x="2708954" y="134890"/>
                </a:lnTo>
                <a:cubicBezTo>
                  <a:pt x="2774207" y="388507"/>
                  <a:pt x="2808911" y="654387"/>
                  <a:pt x="2808911" y="928372"/>
                </a:cubicBezTo>
                <a:cubicBezTo>
                  <a:pt x="2808911" y="2517485"/>
                  <a:pt x="1641452" y="3833923"/>
                  <a:pt x="117432" y="4066789"/>
                </a:cubicBezTo>
                <a:lnTo>
                  <a:pt x="0" y="408171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b="1" err="1"/>
          </a:p>
        </p:txBody>
      </p:sp>
    </p:spTree>
    <p:extLst>
      <p:ext uri="{BB962C8B-B14F-4D97-AF65-F5344CB8AC3E}">
        <p14:creationId xmlns:p14="http://schemas.microsoft.com/office/powerpoint/2010/main" val="23762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37" Type="http://schemas.openxmlformats.org/officeDocument/2006/relationships/tags" Target="../tags/tag1.xml"/><Relationship Id="rId38" Type="http://schemas.openxmlformats.org/officeDocument/2006/relationships/oleObject" Target="../embeddings/oleObject1.bin"/><Relationship Id="rId3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D5707B5-4B1B-A573-DE59-103C6B9B38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6216112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95" imgH="396" progId="TCLayout.ActiveDocument.1">
                  <p:embed/>
                </p:oleObj>
              </mc:Choice>
              <mc:Fallback>
                <p:oleObj name="think-cell Slide" r:id="rId38" imgW="395" imgH="39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5707B5-4B1B-A573-DE59-103C6B9B3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+mn-ea"/>
                <a:cs typeface="+mn-cs"/>
              </a:rPr>
              <a:t>IQVIA Template (V4.0.0)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FB6BC3-1B53-2FE2-764B-A15DD9E2BD6B}"/>
              </a:ext>
            </a:extLst>
          </p:cNvPr>
          <p:cNvGrpSpPr/>
          <p:nvPr userDrawn="1"/>
        </p:nvGrpSpPr>
        <p:grpSpPr>
          <a:xfrm>
            <a:off x="12308083" y="0"/>
            <a:ext cx="851744" cy="3736190"/>
            <a:chOff x="12308083" y="0"/>
            <a:chExt cx="851744" cy="37361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B1BCA1-589B-A8E6-DE21-36891188309A}"/>
                </a:ext>
              </a:extLst>
            </p:cNvPr>
            <p:cNvGrpSpPr/>
            <p:nvPr userDrawn="1"/>
          </p:nvGrpSpPr>
          <p:grpSpPr>
            <a:xfrm>
              <a:off x="12308083" y="2649326"/>
              <a:ext cx="851743" cy="187184"/>
              <a:chOff x="12308083" y="2627114"/>
              <a:chExt cx="851743" cy="187184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46DD2B6-4144-9C44-8392-9127F5DADBD1}"/>
                  </a:ext>
                </a:extLst>
              </p:cNvPr>
              <p:cNvSpPr/>
              <p:nvPr/>
            </p:nvSpPr>
            <p:spPr bwMode="gray">
              <a:xfrm>
                <a:off x="12308083" y="2627114"/>
                <a:ext cx="187184" cy="187184"/>
              </a:xfrm>
              <a:prstGeom prst="rect">
                <a:avLst/>
              </a:prstGeom>
              <a:solidFill>
                <a:srgbClr val="2B3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BE2A7EF-3365-0441-9D19-475B521B2290}"/>
                  </a:ext>
                </a:extLst>
              </p:cNvPr>
              <p:cNvSpPr/>
              <p:nvPr/>
            </p:nvSpPr>
            <p:spPr bwMode="gray">
              <a:xfrm>
                <a:off x="12751123" y="2627114"/>
                <a:ext cx="187184" cy="187184"/>
              </a:xfrm>
              <a:prstGeom prst="rect">
                <a:avLst/>
              </a:prstGeom>
              <a:solidFill>
                <a:srgbClr val="606B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5E57586-5BBB-444A-AF8C-B41739BFA68E}"/>
                  </a:ext>
                </a:extLst>
              </p:cNvPr>
              <p:cNvSpPr/>
              <p:nvPr/>
            </p:nvSpPr>
            <p:spPr bwMode="gray">
              <a:xfrm>
                <a:off x="12972642" y="2627114"/>
                <a:ext cx="187184" cy="187184"/>
              </a:xfrm>
              <a:prstGeom prst="rect">
                <a:avLst/>
              </a:prstGeom>
              <a:solidFill>
                <a:srgbClr val="CACE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900B15B-0301-9442-BA29-DAF74AC2ED47}"/>
                  </a:ext>
                </a:extLst>
              </p:cNvPr>
              <p:cNvSpPr/>
              <p:nvPr/>
            </p:nvSpPr>
            <p:spPr bwMode="gray">
              <a:xfrm>
                <a:off x="12529603" y="2627114"/>
                <a:ext cx="187184" cy="187184"/>
              </a:xfrm>
              <a:prstGeom prst="rect">
                <a:avLst/>
              </a:prstGeom>
              <a:solidFill>
                <a:srgbClr val="959C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12308083" y="0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+mj-lt"/>
                </a:rPr>
                <a:t>100%  50%   75%   25%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307F83F-C095-6957-9133-BF721D059EDD}"/>
                </a:ext>
              </a:extLst>
            </p:cNvPr>
            <p:cNvGrpSpPr/>
            <p:nvPr userDrawn="1"/>
          </p:nvGrpSpPr>
          <p:grpSpPr>
            <a:xfrm>
              <a:off x="12308083" y="419226"/>
              <a:ext cx="851743" cy="188638"/>
              <a:chOff x="12308083" y="418248"/>
              <a:chExt cx="851743" cy="18863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51FF5A3B-DFB1-5F43-A2EF-04D81F0CA37E}"/>
                  </a:ext>
                </a:extLst>
              </p:cNvPr>
              <p:cNvSpPr/>
              <p:nvPr/>
            </p:nvSpPr>
            <p:spPr bwMode="gray">
              <a:xfrm>
                <a:off x="12529603" y="418248"/>
                <a:ext cx="187184" cy="187184"/>
              </a:xfrm>
              <a:prstGeom prst="rect">
                <a:avLst/>
              </a:prstGeom>
              <a:solidFill>
                <a:srgbClr val="7FAA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2D4C9F2-E663-FE4E-91B5-486C3221C4FF}"/>
                  </a:ext>
                </a:extLst>
              </p:cNvPr>
              <p:cNvSpPr/>
              <p:nvPr/>
            </p:nvSpPr>
            <p:spPr bwMode="gray">
              <a:xfrm>
                <a:off x="12751122" y="418248"/>
                <a:ext cx="187184" cy="187184"/>
              </a:xfrm>
              <a:prstGeom prst="rect">
                <a:avLst/>
              </a:prstGeom>
              <a:solidFill>
                <a:srgbClr val="4080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8F062A5-65F4-EC4E-99C6-45D7627564E3}"/>
                  </a:ext>
                </a:extLst>
              </p:cNvPr>
              <p:cNvSpPr/>
              <p:nvPr/>
            </p:nvSpPr>
            <p:spPr bwMode="gray">
              <a:xfrm>
                <a:off x="12972642" y="418248"/>
                <a:ext cx="187184" cy="187184"/>
              </a:xfrm>
              <a:prstGeom prst="rect">
                <a:avLst/>
              </a:prstGeom>
              <a:solidFill>
                <a:srgbClr val="BFD4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BC28099-48BB-8E4A-9E3A-F5749D3F9E0A}"/>
                  </a:ext>
                </a:extLst>
              </p:cNvPr>
              <p:cNvSpPr/>
              <p:nvPr/>
            </p:nvSpPr>
            <p:spPr bwMode="gray">
              <a:xfrm>
                <a:off x="12308083" y="419702"/>
                <a:ext cx="187184" cy="187184"/>
              </a:xfrm>
              <a:prstGeom prst="rect">
                <a:avLst/>
              </a:prstGeom>
              <a:solidFill>
                <a:srgbClr val="00558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D31852-4FF2-4DC7-9F4F-12F33E8E006F}"/>
                </a:ext>
              </a:extLst>
            </p:cNvPr>
            <p:cNvGrpSpPr/>
            <p:nvPr userDrawn="1"/>
          </p:nvGrpSpPr>
          <p:grpSpPr>
            <a:xfrm>
              <a:off x="12308083" y="196943"/>
              <a:ext cx="851743" cy="187184"/>
              <a:chOff x="12308083" y="196943"/>
              <a:chExt cx="851743" cy="187184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ABDCF59-39B4-D741-804B-DA8E5356DEE0}"/>
                  </a:ext>
                </a:extLst>
              </p:cNvPr>
              <p:cNvSpPr/>
              <p:nvPr/>
            </p:nvSpPr>
            <p:spPr bwMode="gray">
              <a:xfrm>
                <a:off x="12529603" y="196943"/>
                <a:ext cx="187184" cy="187184"/>
              </a:xfrm>
              <a:prstGeom prst="rect">
                <a:avLst/>
              </a:prstGeom>
              <a:solidFill>
                <a:srgbClr val="7FD1E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48595AD6-FC65-BD4F-A0A3-C9735B09BF97}"/>
                  </a:ext>
                </a:extLst>
              </p:cNvPr>
              <p:cNvSpPr/>
              <p:nvPr/>
            </p:nvSpPr>
            <p:spPr bwMode="gray">
              <a:xfrm>
                <a:off x="12751122" y="196943"/>
                <a:ext cx="187184" cy="187184"/>
              </a:xfrm>
              <a:prstGeom prst="rect">
                <a:avLst/>
              </a:prstGeom>
              <a:solidFill>
                <a:srgbClr val="40BA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E87748B-6503-C94A-A0A5-ECF75744DC53}"/>
                  </a:ext>
                </a:extLst>
              </p:cNvPr>
              <p:cNvSpPr/>
              <p:nvPr/>
            </p:nvSpPr>
            <p:spPr bwMode="gray">
              <a:xfrm>
                <a:off x="12972642" y="196943"/>
                <a:ext cx="187184" cy="187184"/>
              </a:xfrm>
              <a:prstGeom prst="rect">
                <a:avLst/>
              </a:prstGeom>
              <a:solidFill>
                <a:srgbClr val="BFE8F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412DE59-4F68-1A4F-81B2-F45A075CF184}"/>
                  </a:ext>
                </a:extLst>
              </p:cNvPr>
              <p:cNvSpPr/>
              <p:nvPr/>
            </p:nvSpPr>
            <p:spPr bwMode="gray">
              <a:xfrm>
                <a:off x="12308083" y="196943"/>
                <a:ext cx="187184" cy="187184"/>
              </a:xfrm>
              <a:prstGeom prst="rect">
                <a:avLst/>
              </a:prstGeom>
              <a:solidFill>
                <a:srgbClr val="00A3E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79F80-D902-1962-861B-63DE988E9D1F}"/>
                </a:ext>
              </a:extLst>
            </p:cNvPr>
            <p:cNvGrpSpPr/>
            <p:nvPr userDrawn="1"/>
          </p:nvGrpSpPr>
          <p:grpSpPr>
            <a:xfrm>
              <a:off x="12308083" y="1087529"/>
              <a:ext cx="851743" cy="190092"/>
              <a:chOff x="12308083" y="1080414"/>
              <a:chExt cx="851743" cy="190092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91C1BDA-5D81-794C-B1A7-67CC9CE1EE1E}"/>
                  </a:ext>
                </a:extLst>
              </p:cNvPr>
              <p:cNvSpPr/>
              <p:nvPr/>
            </p:nvSpPr>
            <p:spPr bwMode="gray">
              <a:xfrm>
                <a:off x="12529603" y="1080414"/>
                <a:ext cx="187184" cy="187184"/>
              </a:xfrm>
              <a:prstGeom prst="rect">
                <a:avLst/>
              </a:prstGeom>
              <a:solidFill>
                <a:srgbClr val="7FDFD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26E8257-987A-C249-A28B-F90461918BC4}"/>
                  </a:ext>
                </a:extLst>
              </p:cNvPr>
              <p:cNvSpPr/>
              <p:nvPr/>
            </p:nvSpPr>
            <p:spPr bwMode="gray">
              <a:xfrm>
                <a:off x="12751122" y="1080414"/>
                <a:ext cx="187184" cy="187184"/>
              </a:xfrm>
              <a:prstGeom prst="rect">
                <a:avLst/>
              </a:prstGeom>
              <a:solidFill>
                <a:srgbClr val="40CFC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C325A48-0CB1-104E-BA30-9A71DD6D61AB}"/>
                  </a:ext>
                </a:extLst>
              </p:cNvPr>
              <p:cNvSpPr/>
              <p:nvPr/>
            </p:nvSpPr>
            <p:spPr bwMode="gray">
              <a:xfrm>
                <a:off x="12972642" y="1080414"/>
                <a:ext cx="187184" cy="187184"/>
              </a:xfrm>
              <a:prstGeom prst="rect">
                <a:avLst/>
              </a:prstGeom>
              <a:solidFill>
                <a:srgbClr val="BFEF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96B5B61B-C053-424B-AAFB-3CAEB0DDF986}"/>
                  </a:ext>
                </a:extLst>
              </p:cNvPr>
              <p:cNvSpPr/>
              <p:nvPr/>
            </p:nvSpPr>
            <p:spPr bwMode="gray">
              <a:xfrm>
                <a:off x="12308083" y="1083322"/>
                <a:ext cx="187184" cy="187184"/>
              </a:xfrm>
              <a:prstGeom prst="rect">
                <a:avLst/>
              </a:prstGeom>
              <a:solidFill>
                <a:srgbClr val="00BFB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9EF6F7-8078-2AA2-2468-0446932D2A36}"/>
                </a:ext>
              </a:extLst>
            </p:cNvPr>
            <p:cNvGrpSpPr/>
            <p:nvPr userDrawn="1"/>
          </p:nvGrpSpPr>
          <p:grpSpPr>
            <a:xfrm>
              <a:off x="12308083" y="2204760"/>
              <a:ext cx="851743" cy="187184"/>
              <a:chOff x="12308083" y="2181904"/>
              <a:chExt cx="851743" cy="187184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9EA6558-DD3B-7A4C-91B0-97252C1832CF}"/>
                  </a:ext>
                </a:extLst>
              </p:cNvPr>
              <p:cNvSpPr/>
              <p:nvPr/>
            </p:nvSpPr>
            <p:spPr bwMode="gray">
              <a:xfrm>
                <a:off x="12308083" y="2181904"/>
                <a:ext cx="187184" cy="187184"/>
              </a:xfrm>
              <a:prstGeom prst="rect">
                <a:avLst/>
              </a:prstGeom>
              <a:solidFill>
                <a:srgbClr val="02722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34F6D7E-6CD3-7B49-9F1D-6D78AACEFF91}"/>
                  </a:ext>
                </a:extLst>
              </p:cNvPr>
              <p:cNvSpPr/>
              <p:nvPr/>
            </p:nvSpPr>
            <p:spPr bwMode="gray">
              <a:xfrm>
                <a:off x="12529603" y="2181904"/>
                <a:ext cx="187184" cy="187184"/>
              </a:xfrm>
              <a:prstGeom prst="rect">
                <a:avLst/>
              </a:prstGeom>
              <a:solidFill>
                <a:srgbClr val="80B89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91976CC-682F-9849-BB70-F87EC81993D2}"/>
                  </a:ext>
                </a:extLst>
              </p:cNvPr>
              <p:cNvSpPr/>
              <p:nvPr/>
            </p:nvSpPr>
            <p:spPr bwMode="gray">
              <a:xfrm>
                <a:off x="12751122" y="2181904"/>
                <a:ext cx="187184" cy="187184"/>
              </a:xfrm>
              <a:prstGeom prst="rect">
                <a:avLst/>
              </a:prstGeom>
              <a:solidFill>
                <a:srgbClr val="41955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B89722E-49F3-144D-AC2D-0950AC3ACF7F}"/>
                  </a:ext>
                </a:extLst>
              </p:cNvPr>
              <p:cNvSpPr/>
              <p:nvPr/>
            </p:nvSpPr>
            <p:spPr bwMode="gray">
              <a:xfrm>
                <a:off x="12972642" y="2181904"/>
                <a:ext cx="187184" cy="187184"/>
              </a:xfrm>
              <a:prstGeom prst="rect">
                <a:avLst/>
              </a:prstGeom>
              <a:solidFill>
                <a:srgbClr val="C0DC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5EA531-8644-120F-18B0-28D3A1DB590C}"/>
                </a:ext>
              </a:extLst>
            </p:cNvPr>
            <p:cNvGrpSpPr/>
            <p:nvPr userDrawn="1"/>
          </p:nvGrpSpPr>
          <p:grpSpPr>
            <a:xfrm>
              <a:off x="12308083" y="1982477"/>
              <a:ext cx="851743" cy="187184"/>
              <a:chOff x="12308083" y="1960536"/>
              <a:chExt cx="851743" cy="187184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C6FF5B6-5DBB-B04F-B902-B9A93A757215}"/>
                  </a:ext>
                </a:extLst>
              </p:cNvPr>
              <p:cNvSpPr/>
              <p:nvPr/>
            </p:nvSpPr>
            <p:spPr bwMode="gray">
              <a:xfrm>
                <a:off x="12308083" y="1960536"/>
                <a:ext cx="187184" cy="187184"/>
              </a:xfrm>
              <a:prstGeom prst="rect">
                <a:avLst/>
              </a:pr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F821065-02C2-EF4B-9F9C-E2A91FD8F316}"/>
                  </a:ext>
                </a:extLst>
              </p:cNvPr>
              <p:cNvSpPr/>
              <p:nvPr/>
            </p:nvSpPr>
            <p:spPr bwMode="gray">
              <a:xfrm>
                <a:off x="12529603" y="1960536"/>
                <a:ext cx="187184" cy="187184"/>
              </a:xfrm>
              <a:prstGeom prst="rect">
                <a:avLst/>
              </a:prstGeom>
              <a:solidFill>
                <a:srgbClr val="A1D79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79483A8-0232-0548-BBDE-CAC5A5717E5B}"/>
                  </a:ext>
                </a:extLst>
              </p:cNvPr>
              <p:cNvSpPr/>
              <p:nvPr/>
            </p:nvSpPr>
            <p:spPr bwMode="gray">
              <a:xfrm>
                <a:off x="12751122" y="1960536"/>
                <a:ext cx="187184" cy="187184"/>
              </a:xfrm>
              <a:prstGeom prst="rect">
                <a:avLst/>
              </a:prstGeom>
              <a:solidFill>
                <a:srgbClr val="72C4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CF64A98-8F5F-364E-9BF7-4F76EBB2E875}"/>
                  </a:ext>
                </a:extLst>
              </p:cNvPr>
              <p:cNvSpPr/>
              <p:nvPr/>
            </p:nvSpPr>
            <p:spPr bwMode="gray">
              <a:xfrm>
                <a:off x="12972642" y="1960536"/>
                <a:ext cx="187184" cy="187184"/>
              </a:xfrm>
              <a:prstGeom prst="rect">
                <a:avLst/>
              </a:prstGeom>
              <a:solidFill>
                <a:srgbClr val="D0EB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12308083" y="643208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12528890" y="645726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Blue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12308083" y="865246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12529603" y="86776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Indigo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E559D8-A3FE-2ADF-C818-6A2239BA9C8D}"/>
                </a:ext>
              </a:extLst>
            </p:cNvPr>
            <p:cNvGrpSpPr/>
            <p:nvPr userDrawn="1"/>
          </p:nvGrpSpPr>
          <p:grpSpPr>
            <a:xfrm>
              <a:off x="12308083" y="1312720"/>
              <a:ext cx="851743" cy="190092"/>
              <a:chOff x="12308083" y="1309014"/>
              <a:chExt cx="851743" cy="190092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6E8F370-88B7-B143-BECC-56B2696E26F2}"/>
                  </a:ext>
                </a:extLst>
              </p:cNvPr>
              <p:cNvSpPr/>
              <p:nvPr/>
            </p:nvSpPr>
            <p:spPr bwMode="gray">
              <a:xfrm>
                <a:off x="12529603" y="1309014"/>
                <a:ext cx="187184" cy="187184"/>
              </a:xfrm>
              <a:prstGeom prst="rect">
                <a:avLst/>
              </a:prstGeom>
              <a:solidFill>
                <a:srgbClr val="80C7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777473D-86CB-DC41-A591-538A0820099A}"/>
                  </a:ext>
                </a:extLst>
              </p:cNvPr>
              <p:cNvSpPr/>
              <p:nvPr/>
            </p:nvSpPr>
            <p:spPr bwMode="gray">
              <a:xfrm>
                <a:off x="12751122" y="1309014"/>
                <a:ext cx="187184" cy="187184"/>
              </a:xfrm>
              <a:prstGeom prst="rect">
                <a:avLst/>
              </a:prstGeom>
              <a:solidFill>
                <a:srgbClr val="40A49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989B0485-B1FD-0E46-998C-70BF14846660}"/>
                  </a:ext>
                </a:extLst>
              </p:cNvPr>
              <p:cNvSpPr/>
              <p:nvPr/>
            </p:nvSpPr>
            <p:spPr bwMode="gray">
              <a:xfrm>
                <a:off x="12972642" y="1309014"/>
                <a:ext cx="187184" cy="187184"/>
              </a:xfrm>
              <a:prstGeom prst="rect">
                <a:avLst/>
              </a:prstGeom>
              <a:solidFill>
                <a:srgbClr val="CCE9E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3488BCE-878D-4A43-AA90-4912A715E8BD}"/>
                  </a:ext>
                </a:extLst>
              </p:cNvPr>
              <p:cNvSpPr/>
              <p:nvPr/>
            </p:nvSpPr>
            <p:spPr bwMode="gray">
              <a:xfrm>
                <a:off x="12308083" y="1311922"/>
                <a:ext cx="187184" cy="187184"/>
              </a:xfrm>
              <a:prstGeom prst="rect">
                <a:avLst/>
              </a:prstGeom>
              <a:solidFill>
                <a:srgbClr val="008F8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12308083" y="1537911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12528890" y="1540429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12308083" y="242704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12528890" y="2429561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Green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8E6B63-0E18-2B5F-AE36-0B95FD27C5A3}"/>
                </a:ext>
              </a:extLst>
            </p:cNvPr>
            <p:cNvSpPr/>
            <p:nvPr userDrawn="1"/>
          </p:nvSpPr>
          <p:spPr bwMode="gray">
            <a:xfrm>
              <a:off x="12308083" y="1760194"/>
              <a:ext cx="187184" cy="187184"/>
            </a:xfrm>
            <a:prstGeom prst="rect">
              <a:avLst/>
            </a:prstGeom>
            <a:solidFill>
              <a:srgbClr val="1154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EB9D1A-6121-A3E4-E861-1158A6F8F31B}"/>
                </a:ext>
              </a:extLst>
            </p:cNvPr>
            <p:cNvSpPr txBox="1"/>
            <p:nvPr userDrawn="1"/>
          </p:nvSpPr>
          <p:spPr>
            <a:xfrm>
              <a:off x="12529603" y="176271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Emerald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FEE050B-86F4-9EDD-08D3-38751AEE6DF2}"/>
                </a:ext>
              </a:extLst>
            </p:cNvPr>
            <p:cNvGrpSpPr/>
            <p:nvPr userDrawn="1"/>
          </p:nvGrpSpPr>
          <p:grpSpPr>
            <a:xfrm>
              <a:off x="12308083" y="3097878"/>
              <a:ext cx="851744" cy="187184"/>
              <a:chOff x="12308083" y="3083609"/>
              <a:chExt cx="851744" cy="18718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D001CB-AF8A-510D-F4E9-A6191A4A78C5}"/>
                  </a:ext>
                </a:extLst>
              </p:cNvPr>
              <p:cNvSpPr/>
              <p:nvPr userDrawn="1"/>
            </p:nvSpPr>
            <p:spPr bwMode="gray">
              <a:xfrm>
                <a:off x="12308083" y="3083609"/>
                <a:ext cx="187184" cy="187184"/>
              </a:xfrm>
              <a:prstGeom prst="rect">
                <a:avLst/>
              </a:prstGeom>
              <a:solidFill>
                <a:srgbClr val="8300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5362CE-1EF2-DC8F-37D5-6E294F2C5F7B}"/>
                  </a:ext>
                </a:extLst>
              </p:cNvPr>
              <p:cNvSpPr/>
              <p:nvPr userDrawn="1"/>
            </p:nvSpPr>
            <p:spPr bwMode="gray">
              <a:xfrm>
                <a:off x="12529603" y="3083609"/>
                <a:ext cx="187184" cy="187184"/>
              </a:xfrm>
              <a:prstGeom prst="rect">
                <a:avLst/>
              </a:prstGeom>
              <a:solidFill>
                <a:srgbClr val="C17F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E12495-5861-0BBD-F5F7-B7ED59C0424F}"/>
                  </a:ext>
                </a:extLst>
              </p:cNvPr>
              <p:cNvSpPr/>
              <p:nvPr userDrawn="1"/>
            </p:nvSpPr>
            <p:spPr bwMode="gray">
              <a:xfrm>
                <a:off x="12751123" y="3083609"/>
                <a:ext cx="187184" cy="187184"/>
              </a:xfrm>
              <a:prstGeom prst="rect">
                <a:avLst/>
              </a:prstGeom>
              <a:solidFill>
                <a:srgbClr val="A240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B3A3D63-78D8-0C24-20F2-047870D04711}"/>
                  </a:ext>
                </a:extLst>
              </p:cNvPr>
              <p:cNvSpPr/>
              <p:nvPr userDrawn="1"/>
            </p:nvSpPr>
            <p:spPr bwMode="gray">
              <a:xfrm>
                <a:off x="12972643" y="3083609"/>
                <a:ext cx="187184" cy="187184"/>
              </a:xfrm>
              <a:prstGeom prst="rect">
                <a:avLst/>
              </a:prstGeom>
              <a:solidFill>
                <a:srgbClr val="E0BF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528DAC4-D111-4C1B-5FDB-C04C7AC728C5}"/>
                </a:ext>
              </a:extLst>
            </p:cNvPr>
            <p:cNvGrpSpPr/>
            <p:nvPr userDrawn="1"/>
          </p:nvGrpSpPr>
          <p:grpSpPr>
            <a:xfrm>
              <a:off x="12308083" y="2872314"/>
              <a:ext cx="851744" cy="187184"/>
              <a:chOff x="12308083" y="2872314"/>
              <a:chExt cx="851744" cy="1871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0BE49B6-BFF2-0D68-3894-BBC0F185ED5A}"/>
                  </a:ext>
                </a:extLst>
              </p:cNvPr>
              <p:cNvSpPr/>
              <p:nvPr userDrawn="1"/>
            </p:nvSpPr>
            <p:spPr bwMode="gray">
              <a:xfrm>
                <a:off x="12308083" y="2872314"/>
                <a:ext cx="187184" cy="187184"/>
              </a:xfrm>
              <a:prstGeom prst="rect">
                <a:avLst/>
              </a:prstGeom>
              <a:solidFill>
                <a:srgbClr val="C627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C1A38E-3746-C101-25BC-4DC2F2CC7D8B}"/>
                  </a:ext>
                </a:extLst>
              </p:cNvPr>
              <p:cNvSpPr/>
              <p:nvPr userDrawn="1"/>
            </p:nvSpPr>
            <p:spPr bwMode="gray">
              <a:xfrm>
                <a:off x="12529603" y="2872314"/>
                <a:ext cx="187184" cy="187184"/>
              </a:xfrm>
              <a:prstGeom prst="rect">
                <a:avLst/>
              </a:prstGeom>
              <a:solidFill>
                <a:srgbClr val="E99E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0FB8B51-204B-21C1-6B54-F2F524975BB5}"/>
                  </a:ext>
                </a:extLst>
              </p:cNvPr>
              <p:cNvSpPr/>
              <p:nvPr userDrawn="1"/>
            </p:nvSpPr>
            <p:spPr bwMode="gray">
              <a:xfrm>
                <a:off x="12751123" y="2872314"/>
                <a:ext cx="187184" cy="187184"/>
              </a:xfrm>
              <a:prstGeom prst="rect">
                <a:avLst/>
              </a:prstGeom>
              <a:solidFill>
                <a:srgbClr val="DB6C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83A1F5D-8321-3B99-3AB1-9D7F6C5C3CE7}"/>
                  </a:ext>
                </a:extLst>
              </p:cNvPr>
              <p:cNvSpPr/>
              <p:nvPr userDrawn="1"/>
            </p:nvSpPr>
            <p:spPr bwMode="gray">
              <a:xfrm>
                <a:off x="12972643" y="2872314"/>
                <a:ext cx="187184" cy="187184"/>
              </a:xfrm>
              <a:prstGeom prst="rect">
                <a:avLst/>
              </a:prstGeom>
              <a:solidFill>
                <a:srgbClr val="F5CE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B808209-9C0A-DED4-F99D-563E57934075}"/>
                </a:ext>
              </a:extLst>
            </p:cNvPr>
            <p:cNvSpPr/>
            <p:nvPr userDrawn="1"/>
          </p:nvSpPr>
          <p:spPr bwMode="gray">
            <a:xfrm>
              <a:off x="12308083" y="3549006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28AFC82-17B1-F422-B038-FD32BCA7612D}"/>
                </a:ext>
              </a:extLst>
            </p:cNvPr>
            <p:cNvSpPr txBox="1"/>
            <p:nvPr userDrawn="1"/>
          </p:nvSpPr>
          <p:spPr>
            <a:xfrm>
              <a:off x="12529603" y="3550265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latin typeface="+mj-lt"/>
                </a:rPr>
                <a:t>5% Charcoal</a:t>
              </a:r>
              <a:endParaRPr lang="en-US" sz="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58C9DF5-996C-1AE8-94E2-51D752085FF3}"/>
                </a:ext>
              </a:extLst>
            </p:cNvPr>
            <p:cNvSpPr/>
            <p:nvPr userDrawn="1"/>
          </p:nvSpPr>
          <p:spPr bwMode="gray">
            <a:xfrm>
              <a:off x="12308083" y="332344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476FE1F-1A3D-9826-393D-2735CFF58996}"/>
                </a:ext>
              </a:extLst>
            </p:cNvPr>
            <p:cNvSpPr txBox="1"/>
            <p:nvPr userDrawn="1"/>
          </p:nvSpPr>
          <p:spPr>
            <a:xfrm>
              <a:off x="12529603" y="3324701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solidFill>
                    <a:schemeClr val="tx1"/>
                  </a:solidFill>
                  <a:latin typeface="+mj-lt"/>
                </a:rPr>
                <a:t>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20" r:id="rId5"/>
    <p:sldLayoutId id="2147484321" r:id="rId6"/>
    <p:sldLayoutId id="2147484323" r:id="rId7"/>
    <p:sldLayoutId id="2147484324" r:id="rId8"/>
    <p:sldLayoutId id="2147484325" r:id="rId9"/>
    <p:sldLayoutId id="2147484291" r:id="rId10"/>
    <p:sldLayoutId id="2147484240" r:id="rId11"/>
    <p:sldLayoutId id="2147484241" r:id="rId12"/>
    <p:sldLayoutId id="2147484242" r:id="rId13"/>
    <p:sldLayoutId id="2147484243" r:id="rId14"/>
    <p:sldLayoutId id="2147484244" r:id="rId15"/>
    <p:sldLayoutId id="2147484245" r:id="rId16"/>
    <p:sldLayoutId id="2147484246" r:id="rId17"/>
    <p:sldLayoutId id="2147484247" r:id="rId18"/>
    <p:sldLayoutId id="2147484248" r:id="rId19"/>
    <p:sldLayoutId id="2147484249" r:id="rId20"/>
    <p:sldLayoutId id="2147484250" r:id="rId21"/>
    <p:sldLayoutId id="2147484345" r:id="rId22"/>
    <p:sldLayoutId id="2147484348" r:id="rId23"/>
    <p:sldLayoutId id="2147484350" r:id="rId24"/>
    <p:sldLayoutId id="2147484353" r:id="rId25"/>
    <p:sldLayoutId id="2147484294" r:id="rId26"/>
    <p:sldLayoutId id="2147484295" r:id="rId27"/>
    <p:sldLayoutId id="2147484300" r:id="rId28"/>
    <p:sldLayoutId id="2147484299" r:id="rId29"/>
    <p:sldLayoutId id="2147484304" r:id="rId30"/>
    <p:sldLayoutId id="2147484309" r:id="rId31"/>
    <p:sldLayoutId id="2147484313" r:id="rId32"/>
    <p:sldLayoutId id="2147484314" r:id="rId33"/>
    <p:sldLayoutId id="2147484339" r:id="rId34"/>
    <p:sldLayoutId id="214748434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6" sz="quarter"/>
          </p:nvPr>
        </p:nvPicPr>
        <p:blipFill>
          <a:blip r:embed="rId2"/>
          <a:srcRect l="355" r="355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right stakeholder. The right message. The right next step. This course gets you there in 60 minutes.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 You Ready for Every Conversation at TechIQ?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TechIQ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000"/>
              <a:t>Recognize who is in the room and what they care about</a:t>
            </a:r>
          </a:p>
          <a:p>
            <a:pPr>
              <a:spcAft>
                <a:spcPts val="1400"/>
              </a:spcAft>
            </a:pPr>
            <a:r>
              <a:rPr sz="2000"/>
              <a:t>Deliver a confident, compelling CTFS pitch</a:t>
            </a:r>
          </a:p>
          <a:p>
            <a:pPr>
              <a:spcAft>
                <a:spcPts val="1400"/>
              </a:spcAft>
            </a:pPr>
            <a:r>
              <a:rPr sz="2000"/>
              <a:t>Handle objections with value-based responses</a:t>
            </a:r>
          </a:p>
          <a:p>
            <a:pPr>
              <a:spcAft>
                <a:spcPts val="1400"/>
              </a:spcAft>
            </a:pPr>
            <a:r>
              <a:rPr sz="2000"/>
              <a:t>Qualify real opportunities on the spot</a:t>
            </a:r>
          </a:p>
          <a:p>
            <a:pPr>
              <a:spcAft>
                <a:spcPts val="1400"/>
              </a:spcAft>
            </a:pPr>
            <a:r>
              <a:rPr sz="2000"/>
              <a:t>Leave with a documented 30-day follow-up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Walk Away With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49%</a:t>
            </a:r>
          </a:p>
          <a:p>
            <a:pPr>
              <a:spcAft>
                <a:spcPts val="1600"/>
              </a:spcAft>
            </a:pPr>
            <a:r>
              <a:rPr sz="1400" b="0"/>
              <a:t>More trial sites since 2019</a:t>
            </a:r>
          </a:p>
          <a:p>
            <a:pPr>
              <a:spcAft>
                <a:spcPts val="200"/>
              </a:spcAft>
            </a:pPr>
            <a:r>
              <a:rPr sz="2000" b="1"/>
              <a:t>60%</a:t>
            </a:r>
          </a:p>
          <a:p>
            <a:pPr>
              <a:spcAft>
                <a:spcPts val="1600"/>
              </a:spcAft>
            </a:pPr>
            <a:r>
              <a:rPr sz="1400" b="0"/>
              <a:t>More protocol amendments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Expanding global footprint — and financial operations that have not kept up</a:t>
            </a:r>
          </a:p>
          <a:p>
            <a:r>
              <a:t>This is the pain driving every conversation at TechIQ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Pressure Your Buyers Are Feeling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Gilbert — Clinical Operations Director</a:t>
            </a:r>
          </a:p>
          <a:p>
            <a:pPr>
              <a:spcAft>
                <a:spcPts val="1600"/>
              </a:spcAft>
            </a:pPr>
            <a:r>
              <a:rPr sz="1400" b="0"/>
              <a:t>Faster trials, less fragmentation, better sites</a:t>
            </a:r>
          </a:p>
          <a:p>
            <a:pPr>
              <a:spcAft>
                <a:spcPts val="200"/>
              </a:spcAft>
            </a:pPr>
            <a:r>
              <a:rPr sz="2000" b="1"/>
              <a:t>Reena — VP IT Clinical</a:t>
            </a:r>
          </a:p>
          <a:p>
            <a:pPr>
              <a:spcAft>
                <a:spcPts val="1600"/>
              </a:spcAft>
            </a:pPr>
            <a:r>
              <a:rPr sz="1400" b="0"/>
              <a:t>Interoperability, compliance, lower tech debt</a:t>
            </a:r>
          </a:p>
          <a:p>
            <a:pPr>
              <a:spcAft>
                <a:spcPts val="200"/>
              </a:spcAft>
            </a:pPr>
            <a:r>
              <a:rPr sz="2000" b="1"/>
              <a:t>Andres — Digital Transformation Leader</a:t>
            </a:r>
          </a:p>
          <a:p>
            <a:pPr>
              <a:spcAft>
                <a:spcPts val="1600"/>
              </a:spcAft>
            </a:pPr>
            <a:r>
              <a:rPr sz="1400" b="0"/>
              <a:t>Measurable AI ROI, scalable orchestration</a:t>
            </a:r>
          </a:p>
          <a:p>
            <a:pPr>
              <a:spcAft>
                <a:spcPts val="200"/>
              </a:spcAft>
            </a:pPr>
            <a:r>
              <a:rPr sz="2000" b="1"/>
              <a:t>Rachel — Site Operations Leader</a:t>
            </a:r>
          </a:p>
          <a:p>
            <a:pPr>
              <a:spcAft>
                <a:spcPts val="1600"/>
              </a:spcAft>
            </a:pPr>
            <a:r>
              <a:rPr sz="1400" b="0"/>
              <a:t>Predictable cash flow, fewer payment disputes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Know which one you are talking to before you pitch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People Who Show Up in CTFS Deals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Gilbert</a:t>
            </a:r>
          </a:p>
          <a:p>
            <a:pPr>
              <a:spcAft>
                <a:spcPts val="1600"/>
              </a:spcAft>
            </a:pPr>
            <a:r>
              <a:rPr sz="1400" b="0"/>
              <a:t>Ask about payment cycle times and site satisfaction scores</a:t>
            </a:r>
          </a:p>
          <a:p>
            <a:pPr>
              <a:spcAft>
                <a:spcPts val="200"/>
              </a:spcAft>
            </a:pPr>
            <a:r>
              <a:rPr sz="2000" b="1"/>
              <a:t>Reena</a:t>
            </a:r>
          </a:p>
          <a:p>
            <a:pPr>
              <a:spcAft>
                <a:spcPts val="1600"/>
              </a:spcAft>
            </a:pPr>
            <a:r>
              <a:rPr sz="1400" b="0"/>
              <a:t>Ask about existing systems and compliance obligations</a:t>
            </a:r>
          </a:p>
          <a:p>
            <a:pPr>
              <a:spcAft>
                <a:spcPts val="200"/>
              </a:spcAft>
            </a:pPr>
            <a:r>
              <a:rPr sz="2000" b="1"/>
              <a:t>Andres</a:t>
            </a:r>
          </a:p>
          <a:p>
            <a:pPr>
              <a:spcAft>
                <a:spcPts val="1600"/>
              </a:spcAft>
            </a:pPr>
            <a:r>
              <a:rPr sz="1400" b="0"/>
              <a:t>Ask about AI initiatives stalled at proof-of-concept</a:t>
            </a:r>
          </a:p>
          <a:p>
            <a:pPr>
              <a:spcAft>
                <a:spcPts val="200"/>
              </a:spcAft>
            </a:pPr>
            <a:r>
              <a:rPr sz="2000" b="1"/>
              <a:t>Rachel</a:t>
            </a:r>
          </a:p>
          <a:p>
            <a:pPr>
              <a:spcAft>
                <a:spcPts val="1600"/>
              </a:spcAft>
            </a:pPr>
            <a:r>
              <a:rPr sz="1400" b="0"/>
              <a:t>Ask about invoice disputes and time spent chasing payments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The right question opens the door — the wrong one closes it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With Their Priority, Not Your Product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Identification Drill</a:t>
            </a:r>
          </a:p>
          <a:p>
            <a:r>
              <a:rPr sz="1400" b="0"/>
              <a:t>You have real conversations coming up at TechIQ. Let's make sure you are ready for them.
Ask your instructor to run the persona identification drill with you — describe a prospect you expect to meet and your instructor will identify which persona they most resemble and suggest two opening discovery questions tailored to that profile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CTFS Is — the One-Sentence Foundation</a:t>
            </a:r>
          </a:p>
          <a:p>
            <a:r>
              <a:rPr sz="1400" b="0"/>
              <a:t>CTFS is IQVIA's Clinical Trial Financial Suite: a unified, AI-powered platform that orchestrates budgeting, contracting, forecasting, site payments and participant payments in a single ecosystem — eliminating the fragmented point solutions that slow trials down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Before We Go Deeper</a:t>
            </a:r>
          </a:p>
          <a:p>
            <a:pPr>
              <a:spcAft>
                <a:spcPts val="400"/>
              </a:spcAft>
            </a:pPr>
            <a:r>
              <a:rPr sz="1400" b="0"/>
              <a:t>• Two minutes. Frames the whole suite visually.
Watch: https://vimeo.com/1211116806/987aa02555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Unification Story Is the Win</a:t>
            </a:r>
          </a:p>
          <a:p>
            <a:r>
              <a:rPr sz="1400" b="0"/>
              <a:t>Point solutions handle one function — GreenPhire, Medidata, others
CTFS connects shared data and workflows across the full financial lifecycle
That end-to-end visibility is what no single point tool can provide
This is the core differentiator — use it every time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 marL="0" indent="0">
              <a:buNone/>
            </a:pPr>
            <a:r>
              <a:rPr sz="4000" b="1"/>
              <a:t>90%</a:t>
            </a:r>
          </a:p>
          <a:p>
            <a:pPr marL="0" indent="0">
              <a:spcAft>
                <a:spcPts val="2400"/>
              </a:spcAft>
              <a:buNone/>
            </a:pPr>
            <a:r>
              <a:rPr sz="1400" b="0"/>
              <a:t>Of top 20 pharma companies use IQVIA for clinical trial financial management</a:t>
            </a:r>
          </a:p>
          <a:p>
            <a:pPr marL="0" indent="0">
              <a:buNone/>
            </a:pPr>
            <a:r>
              <a:rPr sz="4000" b="1"/>
              <a:t>$15B</a:t>
            </a:r>
          </a:p>
          <a:p>
            <a:pPr marL="0" indent="0">
              <a:spcAft>
                <a:spcPts val="2400"/>
              </a:spcAft>
              <a:buNone/>
            </a:pPr>
            <a:r>
              <a:rPr sz="1400" b="0"/>
              <a:t>In payments processed across 200-plus geographies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 marL="0" indent="0">
              <a:buNone/>
            </a:pPr>
            <a:r>
              <a:rPr sz="4000" b="1"/>
              <a:t>50%</a:t>
            </a:r>
          </a:p>
          <a:p>
            <a:pPr marL="0" indent="0">
              <a:spcAft>
                <a:spcPts val="2400"/>
              </a:spcAft>
              <a:buNone/>
            </a:pPr>
            <a:r>
              <a:rPr sz="1400" b="0"/>
              <a:t>Projected reduction in financial processing time</a:t>
            </a:r>
          </a:p>
          <a:p>
            <a:pPr marL="0" indent="0">
              <a:buNone/>
            </a:pPr>
            <a:r>
              <a:rPr sz="4000" b="1"/>
              <a:t>$3M</a:t>
            </a:r>
          </a:p>
          <a:p>
            <a:pPr marL="0" indent="0">
              <a:spcAft>
                <a:spcPts val="2400"/>
              </a:spcAft>
              <a:buNone/>
            </a:pPr>
            <a:r>
              <a:rPr sz="1400" b="0"/>
              <a:t>Annual savings for high-volume sponsors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Platform Built on Proven Scale</a:t>
            </a:r>
          </a:p>
        </p:txBody>
      </p:sp>
      <p:sp>
        <p:nvSpPr>
          <p:cNvPr id="7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Agentic AI Story — Use It With the Right Persona</a:t>
            </a:r>
          </a:p>
          <a:p>
            <a:r>
              <a:rPr sz="1400" b="0"/>
              <a:t>CTFS orchestrates multiple AI agents through APIs and webhooks
Document extraction, anomaly detection, forecasting, reconciliation — all connected
Not a point tool — an extensible platform that grows with the customer
Lead with this for Andres and Reena; hold it for Gilbert and Rachel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Quantified Value Proposition</a:t>
            </a:r>
          </a:p>
          <a:p>
            <a:r>
              <a:rPr sz="1400" b="0"/>
              <a:t>Generic pitches lose. Numbers win.
Open the IQVIA UVP Calculator and build a one-sentence value proposition using your prospect's own numbers for revenue uplift, cost savings and risk reduction.
Try: https://esource-course-developer.vercel.app/uvp-calculator.html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Short version</a:t>
            </a:r>
          </a:p>
          <a:p>
            <a:pPr>
              <a:spcAft>
                <a:spcPts val="1600"/>
              </a:spcAft>
            </a:pPr>
            <a:r>
              <a:rPr sz="1400" b="0"/>
              <a:t>35 words or fewer — for hallway conversations</a:t>
            </a:r>
          </a:p>
          <a:p>
            <a:pPr>
              <a:spcAft>
                <a:spcPts val="200"/>
              </a:spcAft>
            </a:pPr>
            <a:r>
              <a:rPr sz="2000" b="1"/>
              <a:t>Medium version</a:t>
            </a:r>
          </a:p>
          <a:p>
            <a:pPr>
              <a:spcAft>
                <a:spcPts val="1600"/>
              </a:spcAft>
            </a:pPr>
            <a:r>
              <a:rPr sz="1400" b="0"/>
              <a:t>75 words — for seated meetings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Be comfortable with both before you walk into TechIQ</a:t>
            </a:r>
          </a:p>
          <a:p>
            <a:r>
              <a:t>Ask your instructor to coach you through your elevator pitch — deliver your chosen version out loud and your instructor will give you real-time feedback on clarity, confidence and how well you landed the differentiators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Pitch Practice With Your Instructor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We already use GreenPhire or Medidata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This sounds hard to implement</a:t>
            </a:r>
          </a:p>
          <a:p>
            <a:pPr>
              <a:spcAft>
                <a:spcPts val="1400"/>
              </a:spcAft>
            </a:pPr>
            <a:r>
              <a:rPr sz="1400" b="0"/>
              <a:t>Each one has a value-based answer — and none of them should stop the conversation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We are not ready for agentic AI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Objections You Will Hear at TechIQ</a:t>
            </a:r>
          </a:p>
        </p:txBody>
      </p:sp>
      <p:sp>
        <p:nvSpPr>
          <p:cNvPr id="7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Responding to Incumbent Loyalty</a:t>
            </a:r>
          </a:p>
          <a:p>
            <a:r>
              <a:rPr sz="1400" b="0"/>
              <a:t>Acknowledge the relationship — do not argue with it
Then pivot: point solutions handle one function; CTFS connects them all
The question to ask: what is the fragmentation costing you today in duplicated effort and lost visibility?
Unification is the gap no incumbent fills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AI Skepticism</a:t>
            </a:r>
          </a:p>
          <a:p>
            <a:pPr>
              <a:spcAft>
                <a:spcPts val="1600"/>
              </a:spcAft>
            </a:pPr>
            <a:r>
              <a:rPr sz="1400" b="0"/>
              <a:t>CTFS meets them where they are — modular SaaS, no-code configuration, sandbox release for early adopters before any commitment</a:t>
            </a:r>
          </a:p>
          <a:p>
            <a:pPr>
              <a:spcAft>
                <a:spcPts val="200"/>
              </a:spcAft>
            </a:pPr>
            <a:r>
              <a:rPr sz="2000" b="1"/>
              <a:t>Implementation Concern</a:t>
            </a:r>
          </a:p>
          <a:p>
            <a:pPr>
              <a:spcAft>
                <a:spcPts val="1600"/>
              </a:spcAft>
            </a:pPr>
            <a:r>
              <a:rPr sz="1400" b="0"/>
              <a:t>Flexible deployment — SaaS, Tech-Enabled Services or hybrid — integrates with existing EDC, CTMS and ERP through open APIs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Always return to the same anchor: what is this costing you today? At Phase 3, a delayed trial runs $55,000 per 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Responding to AI Skepticism and Complexity Concerns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Known pain in budgeting, contracting, forecasting or payments</a:t>
            </a:r>
          </a:p>
          <a:p>
            <a:pPr>
              <a:spcAft>
                <a:spcPts val="200"/>
              </a:spcAft>
            </a:pPr>
            <a:r>
              <a:rPr sz="2000" b="1"/>
              <a:t>A stakeholder with authority in the room</a:t>
            </a:r>
          </a:p>
          <a:p>
            <a:pPr>
              <a:spcAft>
                <a:spcPts val="200"/>
              </a:spcAft>
            </a:pPr>
            <a:r>
              <a:rPr sz="2000" b="1"/>
              <a:t>A near-term trigger — new study, vendor renewal, digital transformation mandate</a:t>
            </a:r>
          </a:p>
          <a:p>
            <a:pPr>
              <a:spcAft>
                <a:spcPts val="1600"/>
              </a:spcAft>
            </a:pPr>
            <a:r>
              <a:rPr sz="1400" b="0"/>
              <a:t>If you have all four, you have a qualified opportunity</a:t>
            </a:r>
          </a:p>
          <a:p>
            <a:pPr>
              <a:spcAft>
                <a:spcPts val="200"/>
              </a:spcAft>
            </a:pPr>
            <a:r>
              <a:rPr sz="2000" b="1"/>
              <a:t>Openness to a next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Four signals that tell you this conversation is worth advancing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Qualifying a Real Opportunity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Any number they gave you — time, cost, frequency</a:t>
            </a:r>
          </a:p>
          <a:p>
            <a:pPr>
              <a:spcAft>
                <a:spcPts val="200"/>
              </a:spcAft>
            </a:pPr>
            <a:r>
              <a:rPr sz="1600" b="1"/>
              <a:t>The next step they agreed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Stakeholder name and role</a:t>
            </a:r>
          </a:p>
          <a:p>
            <a:pPr>
              <a:spcAft>
                <a:spcPts val="200"/>
              </a:spcAft>
            </a:pPr>
            <a:r>
              <a:rPr sz="1600" b="1"/>
              <a:t>The pain they described — in their words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Do this in the moment, not later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Capture It Before You Walk Away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Role-Play With Your Instructor</a:t>
            </a:r>
          </a:p>
          <a:p>
            <a:r>
              <a:rPr sz="1400" b="0"/>
              <a:t>The best way to get sharp is to practice out loud.
Ask your instructor to run an objection role-play with you — tell your instructor which objection you want to practice, your instructor will play the prospect, then give you feedback on how well you anchored your response in value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Every Business Card Is an Opportunity</a:t>
            </a:r>
          </a:p>
          <a:p>
            <a:r>
              <a:rPr sz="1400" b="0"/>
              <a:t>The goal at TechIQ is not a long list of contacts with no context
It is a small number of well-qualified prospects with a clear action for each one
Quality of follow-up determines whether a conversation becomes pipeline
Discipline now saves time — and wins deals — later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What you committed to send or do next</a:t>
            </a:r>
          </a:p>
          <a:p>
            <a:pPr>
              <a:spcAft>
                <a:spcPts val="1400"/>
              </a:spcAft>
            </a:pPr>
            <a:r>
              <a:rPr sz="1400" b="0"/>
              <a:t>These four things are your follow-up plan</a:t>
            </a:r>
          </a:p>
          <a:p>
            <a:pPr>
              <a:spcAft>
                <a:spcPts val="200"/>
              </a:spcAft>
            </a:pPr>
            <a:r>
              <a:rPr sz="1600" b="1"/>
              <a:t>The date by which you will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Who they are and their persona</a:t>
            </a:r>
          </a:p>
          <a:p>
            <a:pPr>
              <a:spcAft>
                <a:spcPts val="200"/>
              </a:spcAft>
            </a:pPr>
            <a:r>
              <a:rPr sz="1600" b="1"/>
              <a:t>The specific pain or interest they expressed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Four Things Before You Leave Each Conversation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Personalized email referencing the exact challenge they described — within 48 hours</a:t>
            </a:r>
          </a:p>
          <a:p>
            <a:pPr>
              <a:spcAft>
                <a:spcPts val="200"/>
              </a:spcAft>
            </a:pPr>
            <a:r>
              <a:rPr sz="2000" b="1"/>
              <a:t>Demo request submitted before you leave the event</a:t>
            </a:r>
          </a:p>
          <a:p>
            <a:pPr>
              <a:spcAft>
                <a:spcPts val="200"/>
              </a:spcAft>
            </a:pPr>
            <a:r>
              <a:rPr sz="2000" b="1"/>
              <a:t>ROI calculation built with the UVP Calculator and sent with context</a:t>
            </a:r>
          </a:p>
          <a:p>
            <a:pPr>
              <a:spcAft>
                <a:spcPts val="200"/>
              </a:spcAft>
            </a:pPr>
            <a:r>
              <a:rPr sz="2000" b="1"/>
              <a:t>Calendar invite for a discovery call with their wider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Specific beats generic every time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the Next Step Specific and Near-Term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/>
              <a:t>Gilbert</a:t>
            </a:r>
          </a:p>
          <a:p>
            <a:pPr>
              <a:spcAft>
                <a:spcPts val="1600"/>
              </a:spcAft>
            </a:pPr>
            <a:r>
              <a:rPr sz="1400" b="0"/>
              <a:t>Gets trial speed and site satisfaction outcomes</a:t>
            </a:r>
          </a:p>
          <a:p>
            <a:pPr>
              <a:spcAft>
                <a:spcPts val="200"/>
              </a:spcAft>
            </a:pPr>
            <a:r>
              <a:rPr sz="2000" b="1"/>
              <a:t>Reena</a:t>
            </a:r>
          </a:p>
          <a:p>
            <a:pPr>
              <a:spcAft>
                <a:spcPts val="1600"/>
              </a:spcAft>
            </a:pPr>
            <a:r>
              <a:rPr sz="1400" b="0"/>
              <a:t>Gets integration architecture and compliance</a:t>
            </a:r>
          </a:p>
          <a:p>
            <a:pPr>
              <a:spcAft>
                <a:spcPts val="200"/>
              </a:spcAft>
            </a:pPr>
            <a:r>
              <a:rPr sz="2000" b="1"/>
              <a:t>Andres</a:t>
            </a:r>
          </a:p>
          <a:p>
            <a:pPr>
              <a:spcAft>
                <a:spcPts val="1600"/>
              </a:spcAft>
            </a:pPr>
            <a:r>
              <a:rPr sz="1400" b="0"/>
              <a:t>Gets the agentic AI and measurable ROI story</a:t>
            </a:r>
          </a:p>
          <a:p>
            <a:pPr>
              <a:spcAft>
                <a:spcPts val="200"/>
              </a:spcAft>
            </a:pPr>
            <a:r>
              <a:rPr sz="2000" b="1"/>
              <a:t>Rachel</a:t>
            </a:r>
          </a:p>
          <a:p>
            <a:pPr>
              <a:spcAft>
                <a:spcPts val="1600"/>
              </a:spcAft>
            </a:pPr>
            <a:r>
              <a:rPr sz="1400" b="0"/>
              <a:t>Gets payment transparency and faster cycle times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One message does not work for all four — use what you learned in Module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 Every Follow-Up to the Persona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It at the Event — Do Not Promise to Follow Up Later</a:t>
            </a:r>
          </a:p>
          <a:p>
            <a:r>
              <a:rPr sz="1400" b="0"/>
              <a:t>The 30-day window is critical — structured follow-up in that window advances opportunities; generic check-ins do not
Where possible, agree on a date and send the calendar invite before the conversation ends
The best follow-up plan is the one the prospect already knows about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Your 30-Day Plan With Your Instructor</a:t>
            </a:r>
          </a:p>
          <a:p>
            <a:r>
              <a:rPr sz="1400" b="0"/>
              <a:t>You have the conversations coming. Let's map the follow-through.
Ask your instructor to help you build your follow-up plan — describe one real or realistic TechIQ contact out loud, including their persona, the pain they mentioned and what you committed to, and your instructor will help you shape a specific 30-day action sequence for that contact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7077" b="17077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Your 30-Day Plan With Your Instructor</a:t>
            </a:r>
          </a:p>
          <a:p>
            <a:r>
              <a:rPr sz="1400" b="0"/>
              <a:t>You have the conversations coming. Let's map the follow-through.
Ask your instructor to help you build your follow-up plan — describe one real or realistic TechIQ contact out loud, including their persona, the pain they mentioned and what you committed to, and your instructor will help you shape a specific 30-day action sequence for that contact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15743" r="1574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Are Ready — Here Is Your One Next Step</a:t>
            </a:r>
          </a:p>
          <a:p>
            <a:r>
              <a:rPr sz="1400" b="0"/>
              <a:t>Thank you for completing Introduction to CTFS for TechIQ.
Before your first conversation at the conference: open the UVP Calculator, pick one prospect you expect to meet, and build their value proposition now.
Walk in with the number ready — not the idea.
Open the UVP Calculator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4.0.0">
  <a:themeElements>
    <a:clrScheme name="IQVIA_2026">
      <a:dk1>
        <a:srgbClr val="2B3A42"/>
      </a:dk1>
      <a:lt1>
        <a:srgbClr val="FFFFFF"/>
      </a:lt1>
      <a:dk2>
        <a:srgbClr val="140B42"/>
      </a:dk2>
      <a:lt2>
        <a:srgbClr val="F3F3F3"/>
      </a:lt2>
      <a:accent1>
        <a:srgbClr val="00A3E0"/>
      </a:accent1>
      <a:accent2>
        <a:srgbClr val="005587"/>
      </a:accent2>
      <a:accent3>
        <a:srgbClr val="00BFB3"/>
      </a:accent3>
      <a:accent4>
        <a:srgbClr val="008F86"/>
      </a:accent4>
      <a:accent5>
        <a:srgbClr val="43B02A"/>
      </a:accent5>
      <a:accent6>
        <a:srgbClr val="027223"/>
      </a:accent6>
      <a:hlink>
        <a:srgbClr val="00A3E0"/>
      </a:hlink>
      <a:folHlink>
        <a:srgbClr val="005587"/>
      </a:folHlink>
    </a:clrScheme>
    <a:fontScheme name="IQVIA_2026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 - IQVIA PowerPoint Template" id="{681B8FA6-783C-4064-AD29-ED915C0E4723}" vid="{9C6AE803-A862-4FB3-AAE9-E4D8839A597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07D81026105D4A96CC549AF399F9EC" ma:contentTypeVersion="17" ma:contentTypeDescription="Create a new document." ma:contentTypeScope="" ma:versionID="fa4430dc4c21f516a0ea8727717e8185">
  <xsd:schema xmlns:xsd="http://www.w3.org/2001/XMLSchema" xmlns:xs="http://www.w3.org/2001/XMLSchema" xmlns:p="http://schemas.microsoft.com/office/2006/metadata/properties" xmlns:ns2="922c0e8c-949e-4f82-b5d7-f80c61f19baa" xmlns:ns3="92883777-d4b3-49f8-b75c-8342c7c93585" xmlns:ns4="fbbcf6ee-9fbd-400c-b917-9fe3efcb3dea" targetNamespace="http://schemas.microsoft.com/office/2006/metadata/properties" ma:root="true" ma:fieldsID="575a63fb06306787fbe1e1f86f8fb88e" ns2:_="" ns3:_="" ns4:_="">
    <xsd:import namespace="922c0e8c-949e-4f82-b5d7-f80c61f19baa"/>
    <xsd:import namespace="92883777-d4b3-49f8-b75c-8342c7c93585"/>
    <xsd:import namespace="fbbcf6ee-9fbd-400c-b917-9fe3efcb3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2c0e8c-949e-4f82-b5d7-f80c61f19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4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83777-d4b3-49f8-b75c-8342c7c935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cf6ee-9fbd-400c-b917-9fe3efcb3de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c1d28bd-dd95-4e24-9562-4d602a3f80e3}" ma:internalName="TaxCatchAll" ma:showField="CatchAllData" ma:web="92883777-d4b3-49f8-b75c-8342c7c935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bcf6ee-9fbd-400c-b917-9fe3efcb3dea" xsi:nil="true"/>
    <lcf76f155ced4ddcb4097134ff3c332f xmlns="922c0e8c-949e-4f82-b5d7-f80c61f19ba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56E5AA-B6DE-4310-B322-892C4680C8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EF0716-964B-4EA4-9C8D-563840F44F99}">
  <ds:schemaRefs>
    <ds:schemaRef ds:uri="922c0e8c-949e-4f82-b5d7-f80c61f19baa"/>
    <ds:schemaRef ds:uri="92883777-d4b3-49f8-b75c-8342c7c93585"/>
    <ds:schemaRef ds:uri="fbbcf6ee-9fbd-400c-b917-9fe3efcb3d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66C6A5-F902-427E-9089-4B03666BF5BC}">
  <ds:schemaRefs>
    <ds:schemaRef ds:uri="922c0e8c-949e-4f82-b5d7-f80c61f19baa"/>
    <ds:schemaRef ds:uri="92883777-d4b3-49f8-b75c-8342c7c93585"/>
    <ds:schemaRef ds:uri="fbbcf6ee-9fbd-400c-b917-9fe3efcb3d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</TotalTime>
  <Words>437</Words>
  <Application>Microsoft Office PowerPoint</Application>
  <PresentationFormat>Widescreen</PresentationFormat>
  <Paragraphs>41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ＭＳ Ｐゴシック</vt:lpstr>
      <vt:lpstr>Aptos</vt:lpstr>
      <vt:lpstr>Arial</vt:lpstr>
      <vt:lpstr>Georgia</vt:lpstr>
      <vt:lpstr>Noto Sans</vt:lpstr>
      <vt:lpstr>Noto Sans Light</vt:lpstr>
      <vt:lpstr>Segoe UI</vt:lpstr>
      <vt:lpstr>Wingdings</vt:lpstr>
      <vt:lpstr>IQVIA_V4.0.0</vt:lpstr>
      <vt:lpstr>think-cell Slide</vt:lpstr>
      <vt:lpstr>PowerPoint Presentation</vt:lpstr>
      <vt:lpstr>IQVIA  Primary Slide Bank</vt:lpstr>
      <vt:lpstr>Welcome to the new PowerPoint IQVIA V4.0.0 template</vt:lpstr>
      <vt:lpstr>Colors within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Kelly</dc:creator>
  <cp:lastModifiedBy>Joe DiDonato</cp:lastModifiedBy>
  <cp:revision>1</cp:revision>
  <cp:lastPrinted>2019-08-20T20:33:24Z</cp:lastPrinted>
  <dcterms:created xsi:type="dcterms:W3CDTF">2026-07-09T20:14:41Z</dcterms:created>
  <dcterms:modified xsi:type="dcterms:W3CDTF">2026-09-04T23:30:20Z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0x0101009B07D81026105D4A96CC549AF399F9EC</vt:lpwstr>
  </property>
  <property fmtid="{D5CDD505-2E9C-101B-9397-08002B2CF9AE}" pid="3" name="MediaServiceImageTags">
    <vt:lpwstr/>
  </property>
</Properties>
</file>